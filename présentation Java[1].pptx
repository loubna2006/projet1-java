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9" r:id="rId2"/>
  </p:sldMasterIdLst>
  <p:sldIdLst>
    <p:sldId id="256" r:id="rId3"/>
    <p:sldId id="257" r:id="rId4"/>
    <p:sldId id="258" r:id="rId5"/>
    <p:sldId id="259" r:id="rId6"/>
    <p:sldId id="260" r:id="rId7"/>
    <p:sldId id="261" r:id="rId8"/>
    <p:sldId id="262" r:id="rId9"/>
    <p:sldId id="264" r:id="rId10"/>
    <p:sldId id="265" r:id="rId11"/>
    <p:sldId id="268" r:id="rId12"/>
    <p:sldId id="269" r:id="rId13"/>
    <p:sldId id="270" r:id="rId14"/>
    <p:sldId id="266" r:id="rId15"/>
    <p:sldId id="272" r:id="rId16"/>
  </p:sldIdLst>
  <p:sldSz cx="9144000" cy="5143500" type="screen16x9"/>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E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26" autoAdjust="0"/>
    <p:restoredTop sz="94660"/>
  </p:normalViewPr>
  <p:slideViewPr>
    <p:cSldViewPr snapToGrid="0">
      <p:cViewPr varScale="1">
        <p:scale>
          <a:sx n="114" d="100"/>
          <a:sy n="114" d="100"/>
        </p:scale>
        <p:origin x="557" y="91"/>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4" name="Google Shape;9;p2"/>
          <p:cNvSpPr/>
          <p:nvPr/>
        </p:nvSpPr>
        <p:spPr>
          <a:xfrm>
            <a:off x="2189880" y="-369468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pic>
        <p:nvPicPr>
          <p:cNvPr id="5" name="Google Shape;10;p2"/>
          <p:cNvPicPr/>
          <p:nvPr/>
        </p:nvPicPr>
        <p:blipFill>
          <a:blip r:embed="rId2"/>
          <a:srcRect l="1028" t="3591" r="38467" b="2908"/>
          <a:stretch/>
        </p:blipFill>
        <p:spPr>
          <a:xfrm>
            <a:off x="177480" y="167040"/>
            <a:ext cx="4394160" cy="4808880"/>
          </a:xfrm>
          <a:prstGeom prst="rect">
            <a:avLst/>
          </a:prstGeom>
          <a:noFill/>
          <a:ln w="0">
            <a:noFill/>
          </a:ln>
        </p:spPr>
      </p:pic>
      <p:sp>
        <p:nvSpPr>
          <p:cNvPr id="2" name="PlaceHolder 1"/>
          <p:cNvSpPr>
            <a:spLocks noGrp="1"/>
          </p:cNvSpPr>
          <p:nvPr>
            <p:ph type="title"/>
          </p:nvPr>
        </p:nvSpPr>
        <p:spPr>
          <a:xfrm>
            <a:off x="1569960" y="1711080"/>
            <a:ext cx="6003720" cy="1720800"/>
          </a:xfrm>
          <a:prstGeom prst="rect">
            <a:avLst/>
          </a:prstGeom>
          <a:noFill/>
          <a:ln w="0">
            <a:noFill/>
          </a:ln>
        </p:spPr>
        <p:txBody>
          <a:bodyPr lIns="91440" tIns="91440" rIns="91440" bIns="91440" anchor="b">
            <a:noAutofit/>
          </a:bodyPr>
          <a:lstStyle/>
          <a:p>
            <a:pPr indent="0">
              <a:buNone/>
            </a:pPr>
            <a:r>
              <a:rPr lang="fr-FR" sz="6800" b="0" u="none" strike="noStrike">
                <a:solidFill>
                  <a:schemeClr val="dk1"/>
                </a:solidFill>
                <a:effectLst/>
                <a:uFillTx/>
                <a:latin typeface="Arial"/>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4" name="Google Shape;44;p11"/>
          <p:cNvSpPr/>
          <p:nvPr/>
        </p:nvSpPr>
        <p:spPr>
          <a:xfrm>
            <a:off x="3749400" y="-366336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pic>
        <p:nvPicPr>
          <p:cNvPr id="5" name="Google Shape;45;p11"/>
          <p:cNvPicPr/>
          <p:nvPr/>
        </p:nvPicPr>
        <p:blipFill>
          <a:blip r:embed="rId2"/>
          <a:srcRect t="3591" r="38467" b="2908"/>
          <a:stretch/>
        </p:blipFill>
        <p:spPr>
          <a:xfrm>
            <a:off x="4497120" y="167040"/>
            <a:ext cx="4469040" cy="4808880"/>
          </a:xfrm>
          <a:prstGeom prst="rect">
            <a:avLst/>
          </a:prstGeom>
          <a:noFill/>
          <a:ln w="0">
            <a:noFill/>
          </a:ln>
        </p:spPr>
      </p:pic>
      <p:sp>
        <p:nvSpPr>
          <p:cNvPr id="6" name="PlaceHolder 1"/>
          <p:cNvSpPr>
            <a:spLocks noGrp="1"/>
          </p:cNvSpPr>
          <p:nvPr>
            <p:ph type="title"/>
          </p:nvPr>
        </p:nvSpPr>
        <p:spPr>
          <a:xfrm>
            <a:off x="1284120" y="1793520"/>
            <a:ext cx="6575760" cy="1044720"/>
          </a:xfrm>
          <a:prstGeom prst="rect">
            <a:avLst/>
          </a:prstGeom>
          <a:noFill/>
          <a:ln w="0">
            <a:noFill/>
          </a:ln>
        </p:spPr>
        <p:txBody>
          <a:bodyPr lIns="91440" tIns="91440" rIns="91440" bIns="91440" anchor="b">
            <a:noAutofit/>
          </a:bodyPr>
          <a:lstStyle/>
          <a:p>
            <a:pPr indent="0" algn="ctr">
              <a:lnSpc>
                <a:spcPct val="70000"/>
              </a:lnSpc>
              <a:buNone/>
            </a:pPr>
            <a:r>
              <a:rPr lang="fr-FR" sz="7200" b="1" u="none" strike="noStrike">
                <a:solidFill>
                  <a:schemeClr val="dk1"/>
                </a:solidFill>
                <a:effectLst/>
                <a:uFillTx/>
                <a:latin typeface="Bricolage Grotesque"/>
                <a:ea typeface="Bricolage Grotesque"/>
              </a:rPr>
              <a:t>xx%</a:t>
            </a:r>
            <a:endParaRPr lang="fr-FR" sz="72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7" name="Google Shape;50;p13"/>
          <p:cNvSpPr/>
          <p:nvPr/>
        </p:nvSpPr>
        <p:spPr>
          <a:xfrm>
            <a:off x="-1615680" y="421812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pic>
        <p:nvPicPr>
          <p:cNvPr id="8" name="Google Shape;51;p13"/>
          <p:cNvPicPr/>
          <p:nvPr/>
        </p:nvPicPr>
        <p:blipFill>
          <a:blip r:embed="rId2"/>
          <a:srcRect l="1030" t="3591" r="72640" b="2908"/>
          <a:stretch/>
        </p:blipFill>
        <p:spPr>
          <a:xfrm>
            <a:off x="177480" y="167040"/>
            <a:ext cx="1911600" cy="4808880"/>
          </a:xfrm>
          <a:prstGeom prst="rect">
            <a:avLst/>
          </a:prstGeom>
          <a:noFill/>
          <a:ln w="0">
            <a:noFill/>
          </a:ln>
        </p:spPr>
      </p:pic>
      <p:sp>
        <p:nvSpPr>
          <p:cNvPr id="9" name="PlaceHolder 1"/>
          <p:cNvSpPr>
            <a:spLocks noGrp="1"/>
          </p:cNvSpPr>
          <p:nvPr>
            <p:ph type="title"/>
          </p:nvPr>
        </p:nvSpPr>
        <p:spPr>
          <a:xfrm>
            <a:off x="228600" y="2017440"/>
            <a:ext cx="3748320" cy="1108440"/>
          </a:xfrm>
          <a:prstGeom prst="rect">
            <a:avLst/>
          </a:prstGeom>
          <a:noFill/>
          <a:ln w="0">
            <a:noFill/>
          </a:ln>
        </p:spPr>
        <p:txBody>
          <a:bodyPr lIns="91440" tIns="91440" rIns="91440" bIns="91440" anchor="t">
            <a:noAutofit/>
          </a:bodyPr>
          <a:lstStyle/>
          <a:p>
            <a:pPr indent="0">
              <a:buNone/>
            </a:pPr>
            <a:r>
              <a:rPr lang="fr-FR" sz="4500" b="0" u="none" strike="noStrike">
                <a:solidFill>
                  <a:schemeClr val="dk1"/>
                </a:solidFill>
                <a:effectLst/>
                <a:uFillTx/>
                <a:latin typeface="Arial"/>
              </a:rPr>
              <a:t>Click to edit the title text format</a:t>
            </a:r>
          </a:p>
        </p:txBody>
      </p:sp>
      <p:sp>
        <p:nvSpPr>
          <p:cNvPr id="10" name="PlaceHolder 2"/>
          <p:cNvSpPr>
            <a:spLocks noGrp="1"/>
          </p:cNvSpPr>
          <p:nvPr>
            <p:ph type="title"/>
          </p:nvPr>
        </p:nvSpPr>
        <p:spPr>
          <a:xfrm>
            <a:off x="4599720" y="38952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Bricolage Grotesque"/>
                <a:ea typeface="Bricolage Grotesque"/>
              </a:rPr>
              <a:t>xx%</a:t>
            </a:r>
            <a:endParaRPr lang="fr-FR" sz="2100" b="0" u="none" strike="noStrike">
              <a:solidFill>
                <a:schemeClr val="dk1"/>
              </a:solidFill>
              <a:effectLst/>
              <a:uFillTx/>
              <a:latin typeface="Arial"/>
            </a:endParaRPr>
          </a:p>
        </p:txBody>
      </p:sp>
      <p:sp>
        <p:nvSpPr>
          <p:cNvPr id="11" name="PlaceHolder 3"/>
          <p:cNvSpPr>
            <a:spLocks noGrp="1"/>
          </p:cNvSpPr>
          <p:nvPr>
            <p:ph type="title"/>
          </p:nvPr>
        </p:nvSpPr>
        <p:spPr>
          <a:xfrm>
            <a:off x="4599720" y="96156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Bricolage Grotesque"/>
                <a:ea typeface="Bricolage Grotesque"/>
              </a:rPr>
              <a:t>xx%</a:t>
            </a:r>
            <a:endParaRPr lang="fr-FR" sz="2100" b="0" u="none" strike="noStrike">
              <a:solidFill>
                <a:schemeClr val="dk1"/>
              </a:solidFill>
              <a:effectLst/>
              <a:uFillTx/>
              <a:latin typeface="Arial"/>
            </a:endParaRPr>
          </a:p>
        </p:txBody>
      </p:sp>
      <p:sp>
        <p:nvSpPr>
          <p:cNvPr id="12" name="PlaceHolder 4"/>
          <p:cNvSpPr>
            <a:spLocks noGrp="1"/>
          </p:cNvSpPr>
          <p:nvPr>
            <p:ph type="title"/>
          </p:nvPr>
        </p:nvSpPr>
        <p:spPr>
          <a:xfrm>
            <a:off x="4599720" y="153360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Bricolage Grotesque"/>
                <a:ea typeface="Bricolage Grotesque"/>
              </a:rPr>
              <a:t>xx%</a:t>
            </a:r>
            <a:endParaRPr lang="fr-FR" sz="2100" b="0" u="none" strike="noStrike">
              <a:solidFill>
                <a:schemeClr val="dk1"/>
              </a:solidFill>
              <a:effectLst/>
              <a:uFillTx/>
              <a:latin typeface="Arial"/>
            </a:endParaRPr>
          </a:p>
        </p:txBody>
      </p:sp>
      <p:sp>
        <p:nvSpPr>
          <p:cNvPr id="13" name="PlaceHolder 5"/>
          <p:cNvSpPr>
            <a:spLocks noGrp="1"/>
          </p:cNvSpPr>
          <p:nvPr>
            <p:ph type="title"/>
          </p:nvPr>
        </p:nvSpPr>
        <p:spPr>
          <a:xfrm>
            <a:off x="4599720" y="210564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Bricolage Grotesque"/>
                <a:ea typeface="Bricolage Grotesque"/>
              </a:rPr>
              <a:t>xx%</a:t>
            </a:r>
            <a:endParaRPr lang="fr-FR" sz="2100" b="0" u="none" strike="noStrike">
              <a:solidFill>
                <a:schemeClr val="dk1"/>
              </a:solidFill>
              <a:effectLst/>
              <a:uFillTx/>
              <a:latin typeface="Arial"/>
            </a:endParaRPr>
          </a:p>
        </p:txBody>
      </p:sp>
      <p:sp>
        <p:nvSpPr>
          <p:cNvPr id="14" name="PlaceHolder 6"/>
          <p:cNvSpPr>
            <a:spLocks noGrp="1"/>
          </p:cNvSpPr>
          <p:nvPr>
            <p:ph type="title"/>
          </p:nvPr>
        </p:nvSpPr>
        <p:spPr>
          <a:xfrm>
            <a:off x="4599720" y="264132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Bricolage Grotesque"/>
                <a:ea typeface="Bricolage Grotesque"/>
              </a:rPr>
              <a:t>xx%</a:t>
            </a:r>
            <a:endParaRPr lang="fr-FR" sz="2100" b="0" u="none" strike="noStrike">
              <a:solidFill>
                <a:schemeClr val="dk1"/>
              </a:solidFill>
              <a:effectLst/>
              <a:uFillTx/>
              <a:latin typeface="Arial"/>
            </a:endParaRPr>
          </a:p>
        </p:txBody>
      </p:sp>
      <p:sp>
        <p:nvSpPr>
          <p:cNvPr id="15" name="PlaceHolder 7"/>
          <p:cNvSpPr>
            <a:spLocks noGrp="1"/>
          </p:cNvSpPr>
          <p:nvPr>
            <p:ph type="title"/>
          </p:nvPr>
        </p:nvSpPr>
        <p:spPr>
          <a:xfrm>
            <a:off x="4599720" y="321336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Bricolage Grotesque"/>
                <a:ea typeface="Bricolage Grotesque"/>
              </a:rPr>
              <a:t>xx%</a:t>
            </a:r>
            <a:endParaRPr lang="fr-FR" sz="2100" b="0" u="none" strike="noStrike">
              <a:solidFill>
                <a:schemeClr val="dk1"/>
              </a:solidFill>
              <a:effectLst/>
              <a:uFillTx/>
              <a:latin typeface="Arial"/>
            </a:endParaRPr>
          </a:p>
        </p:txBody>
      </p:sp>
      <p:sp>
        <p:nvSpPr>
          <p:cNvPr id="16" name="PlaceHolder 8"/>
          <p:cNvSpPr>
            <a:spLocks noGrp="1"/>
          </p:cNvSpPr>
          <p:nvPr>
            <p:ph type="title"/>
          </p:nvPr>
        </p:nvSpPr>
        <p:spPr>
          <a:xfrm>
            <a:off x="4599720" y="378540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Bricolage Grotesque"/>
                <a:ea typeface="Bricolage Grotesque"/>
              </a:rPr>
              <a:t>xx%</a:t>
            </a:r>
            <a:endParaRPr lang="fr-FR" sz="2100" b="0" u="none" strike="noStrike">
              <a:solidFill>
                <a:schemeClr val="dk1"/>
              </a:solidFill>
              <a:effectLst/>
              <a:uFillTx/>
              <a:latin typeface="Arial"/>
            </a:endParaRPr>
          </a:p>
        </p:txBody>
      </p:sp>
      <p:sp>
        <p:nvSpPr>
          <p:cNvPr id="17" name="PlaceHolder 9"/>
          <p:cNvSpPr>
            <a:spLocks noGrp="1"/>
          </p:cNvSpPr>
          <p:nvPr>
            <p:ph type="title"/>
          </p:nvPr>
        </p:nvSpPr>
        <p:spPr>
          <a:xfrm>
            <a:off x="4599720" y="435744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Bricolage Grotesque"/>
                <a:ea typeface="Bricolage Grotesque"/>
              </a:rPr>
              <a:t>xx%</a:t>
            </a:r>
            <a:endParaRPr lang="fr-FR" sz="2100" b="0" u="none" strike="noStrike">
              <a:solidFill>
                <a:schemeClr val="dk1"/>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4">
    <p:bg>
      <p:bgPr>
        <a:solidFill>
          <a:schemeClr val="lt1"/>
        </a:solidFill>
        <a:effectLst/>
      </p:bgPr>
    </p:bg>
    <p:spTree>
      <p:nvGrpSpPr>
        <p:cNvPr id="1" name=""/>
        <p:cNvGrpSpPr/>
        <p:nvPr/>
      </p:nvGrpSpPr>
      <p:grpSpPr>
        <a:xfrm>
          <a:off x="0" y="0"/>
          <a:ext cx="0" cy="0"/>
          <a:chOff x="0" y="0"/>
          <a:chExt cx="0" cy="0"/>
        </a:xfrm>
      </p:grpSpPr>
      <p:pic>
        <p:nvPicPr>
          <p:cNvPr id="18" name="Google Shape;70;p14"/>
          <p:cNvPicPr/>
          <p:nvPr/>
        </p:nvPicPr>
        <p:blipFill>
          <a:blip r:embed="rId2"/>
          <a:srcRect l="1028" t="3591" r="61317" b="2908"/>
          <a:stretch/>
        </p:blipFill>
        <p:spPr>
          <a:xfrm>
            <a:off x="177480" y="167040"/>
            <a:ext cx="2734200" cy="4808880"/>
          </a:xfrm>
          <a:prstGeom prst="rect">
            <a:avLst/>
          </a:prstGeom>
          <a:noFill/>
          <a:ln w="0">
            <a:noFill/>
          </a:ln>
        </p:spPr>
      </p:pic>
      <p:sp>
        <p:nvSpPr>
          <p:cNvPr id="19" name="PlaceHolder 1"/>
          <p:cNvSpPr>
            <a:spLocks noGrp="1"/>
          </p:cNvSpPr>
          <p:nvPr>
            <p:ph type="title"/>
          </p:nvPr>
        </p:nvSpPr>
        <p:spPr>
          <a:xfrm>
            <a:off x="597600" y="1332000"/>
            <a:ext cx="3589920" cy="2479320"/>
          </a:xfrm>
          <a:prstGeom prst="rect">
            <a:avLst/>
          </a:prstGeom>
          <a:noFill/>
          <a:ln w="0">
            <a:noFill/>
          </a:ln>
        </p:spPr>
        <p:txBody>
          <a:bodyPr lIns="91440" tIns="91440" rIns="91440" bIns="91440" anchor="t">
            <a:noAutofit/>
          </a:bodyPr>
          <a:lstStyle/>
          <a:p>
            <a:pPr indent="0">
              <a:buNone/>
            </a:pPr>
            <a:r>
              <a:rPr lang="fr-FR" sz="3100" b="0" u="none" strike="noStrike">
                <a:solidFill>
                  <a:schemeClr val="dk1"/>
                </a:solidFill>
                <a:effectLst/>
                <a:uFillTx/>
                <a:latin typeface="Arial"/>
              </a:rPr>
              <a:t>Click to edit the title text format</a:t>
            </a:r>
          </a:p>
        </p:txBody>
      </p:sp>
      <p:sp>
        <p:nvSpPr>
          <p:cNvPr id="20" name="Google Shape;73;p14"/>
          <p:cNvSpPr/>
          <p:nvPr/>
        </p:nvSpPr>
        <p:spPr>
          <a:xfrm>
            <a:off x="6144840" y="-355068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2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4627440" y="230040"/>
            <a:ext cx="3905640" cy="75852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23" name="PlaceHolder 2"/>
          <p:cNvSpPr>
            <a:spLocks noGrp="1"/>
          </p:cNvSpPr>
          <p:nvPr>
            <p:ph type="body"/>
          </p:nvPr>
        </p:nvSpPr>
        <p:spPr>
          <a:xfrm>
            <a:off x="0" y="0"/>
            <a:ext cx="42944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lt1"/>
        </a:solidFill>
        <a:effectLst/>
      </p:bgPr>
    </p:bg>
    <p:spTree>
      <p:nvGrpSpPr>
        <p:cNvPr id="1" name=""/>
        <p:cNvGrpSpPr/>
        <p:nvPr/>
      </p:nvGrpSpPr>
      <p:grpSpPr>
        <a:xfrm>
          <a:off x="0" y="0"/>
          <a:ext cx="0" cy="0"/>
          <a:chOff x="0" y="0"/>
          <a:chExt cx="0" cy="0"/>
        </a:xfrm>
      </p:grpSpPr>
      <p:pic>
        <p:nvPicPr>
          <p:cNvPr id="24" name="Google Shape;79;p16"/>
          <p:cNvPicPr/>
          <p:nvPr/>
        </p:nvPicPr>
        <p:blipFill>
          <a:blip r:embed="rId2"/>
          <a:srcRect l="1030" t="3591" r="72640" b="2908"/>
          <a:stretch/>
        </p:blipFill>
        <p:spPr>
          <a:xfrm>
            <a:off x="7058160" y="167040"/>
            <a:ext cx="1911600" cy="4808880"/>
          </a:xfrm>
          <a:prstGeom prst="rect">
            <a:avLst/>
          </a:prstGeom>
          <a:noFill/>
          <a:ln w="0">
            <a:noFill/>
          </a:ln>
        </p:spPr>
      </p:pic>
      <p:sp>
        <p:nvSpPr>
          <p:cNvPr id="25" name="PlaceHolder 1"/>
          <p:cNvSpPr>
            <a:spLocks noGrp="1"/>
          </p:cNvSpPr>
          <p:nvPr>
            <p:ph type="title"/>
          </p:nvPr>
        </p:nvSpPr>
        <p:spPr>
          <a:xfrm>
            <a:off x="4746240" y="228600"/>
            <a:ext cx="416880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pic>
        <p:nvPicPr>
          <p:cNvPr id="26" name="Google Shape;88;p17"/>
          <p:cNvPicPr/>
          <p:nvPr/>
        </p:nvPicPr>
        <p:blipFill>
          <a:blip r:embed="rId2"/>
          <a:srcRect l="1030" t="3591" r="77067" b="2908"/>
          <a:stretch/>
        </p:blipFill>
        <p:spPr>
          <a:xfrm>
            <a:off x="173880" y="167040"/>
            <a:ext cx="1590120" cy="4808880"/>
          </a:xfrm>
          <a:prstGeom prst="rect">
            <a:avLst/>
          </a:prstGeom>
          <a:noFill/>
          <a:ln w="0">
            <a:noFill/>
          </a:ln>
        </p:spPr>
      </p:pic>
      <p:sp>
        <p:nvSpPr>
          <p:cNvPr id="27" name="PlaceHolder 1"/>
          <p:cNvSpPr>
            <a:spLocks noGrp="1"/>
          </p:cNvSpPr>
          <p:nvPr>
            <p:ph type="title"/>
          </p:nvPr>
        </p:nvSpPr>
        <p:spPr>
          <a:xfrm>
            <a:off x="228600" y="228600"/>
            <a:ext cx="447588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lt1"/>
        </a:solidFill>
        <a:effectLst/>
      </p:bgPr>
    </p:bg>
    <p:spTree>
      <p:nvGrpSpPr>
        <p:cNvPr id="1" name=""/>
        <p:cNvGrpSpPr/>
        <p:nvPr/>
      </p:nvGrpSpPr>
      <p:grpSpPr>
        <a:xfrm>
          <a:off x="0" y="0"/>
          <a:ext cx="0" cy="0"/>
          <a:chOff x="0" y="0"/>
          <a:chExt cx="0" cy="0"/>
        </a:xfrm>
      </p:grpSpPr>
      <p:sp>
        <p:nvSpPr>
          <p:cNvPr id="28" name="Google Shape;99;p18"/>
          <p:cNvSpPr/>
          <p:nvPr/>
        </p:nvSpPr>
        <p:spPr>
          <a:xfrm>
            <a:off x="-3257640" y="364428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pic>
        <p:nvPicPr>
          <p:cNvPr id="29" name="Google Shape;100;p18"/>
          <p:cNvPicPr/>
          <p:nvPr/>
        </p:nvPicPr>
        <p:blipFill>
          <a:blip r:embed="rId2"/>
          <a:srcRect l="1030" t="3591" r="92862" b="2908"/>
          <a:stretch/>
        </p:blipFill>
        <p:spPr>
          <a:xfrm>
            <a:off x="173880" y="167040"/>
            <a:ext cx="442440" cy="4808880"/>
          </a:xfrm>
          <a:prstGeom prst="rect">
            <a:avLst/>
          </a:prstGeom>
          <a:noFill/>
          <a:ln w="0">
            <a:noFill/>
          </a:ln>
        </p:spPr>
      </p:pic>
      <p:sp>
        <p:nvSpPr>
          <p:cNvPr id="30" name="PlaceHolder 1"/>
          <p:cNvSpPr>
            <a:spLocks noGrp="1"/>
          </p:cNvSpPr>
          <p:nvPr>
            <p:ph type="title"/>
          </p:nvPr>
        </p:nvSpPr>
        <p:spPr>
          <a:xfrm>
            <a:off x="228600" y="228600"/>
            <a:ext cx="3256920" cy="66672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31" name="Google Shape;103;p19"/>
          <p:cNvSpPr/>
          <p:nvPr/>
        </p:nvSpPr>
        <p:spPr>
          <a:xfrm>
            <a:off x="4689000" y="388440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pic>
        <p:nvPicPr>
          <p:cNvPr id="32" name="Google Shape;104;p19"/>
          <p:cNvPicPr/>
          <p:nvPr/>
        </p:nvPicPr>
        <p:blipFill>
          <a:blip r:embed="rId2"/>
          <a:srcRect l="16965" t="3591" r="30236" b="2908"/>
          <a:stretch/>
        </p:blipFill>
        <p:spPr>
          <a:xfrm>
            <a:off x="5135400" y="167040"/>
            <a:ext cx="3834360" cy="4808880"/>
          </a:xfrm>
          <a:prstGeom prst="rect">
            <a:avLst/>
          </a:prstGeom>
          <a:noFill/>
          <a:ln w="0">
            <a:noFill/>
          </a:ln>
        </p:spPr>
      </p:pic>
      <p:sp>
        <p:nvSpPr>
          <p:cNvPr id="33" name="PlaceHolder 1"/>
          <p:cNvSpPr>
            <a:spLocks noGrp="1"/>
          </p:cNvSpPr>
          <p:nvPr>
            <p:ph type="title"/>
          </p:nvPr>
        </p:nvSpPr>
        <p:spPr>
          <a:xfrm>
            <a:off x="5184720" y="454320"/>
            <a:ext cx="3713760" cy="1729080"/>
          </a:xfrm>
          <a:prstGeom prst="rect">
            <a:avLst/>
          </a:prstGeom>
          <a:noFill/>
          <a:ln w="0">
            <a:noFill/>
          </a:ln>
        </p:spPr>
        <p:txBody>
          <a:bodyPr lIns="91440" tIns="91440" rIns="91440" bIns="91440" anchor="b">
            <a:noAutofit/>
          </a:bodyPr>
          <a:lstStyle/>
          <a:p>
            <a:pPr indent="0">
              <a:buNone/>
            </a:pPr>
            <a:r>
              <a:rPr lang="fr-FR" sz="7300" b="0" u="none" strike="noStrike">
                <a:solidFill>
                  <a:schemeClr val="dk1"/>
                </a:solidFill>
                <a:effectLst/>
                <a:uFillTx/>
                <a:latin typeface="Arial"/>
              </a:rPr>
              <a:t>Click to edit the title text format</a:t>
            </a:r>
          </a:p>
        </p:txBody>
      </p:sp>
      <p:sp>
        <p:nvSpPr>
          <p:cNvPr id="34" name="Google Shape;107;p19"/>
          <p:cNvSpPr/>
          <p:nvPr/>
        </p:nvSpPr>
        <p:spPr>
          <a:xfrm>
            <a:off x="239040" y="3899520"/>
            <a:ext cx="494532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spcBef>
                <a:spcPts val="300"/>
              </a:spcBef>
              <a:tabLst>
                <a:tab pos="0" algn="l"/>
              </a:tabLst>
            </a:pPr>
            <a:r>
              <a:rPr lang="en" sz="1000" b="1" u="none" strike="noStrike">
                <a:solidFill>
                  <a:schemeClr val="dk1"/>
                </a:solidFill>
                <a:effectLst/>
                <a:uFillTx/>
                <a:latin typeface="Anaheim"/>
                <a:ea typeface="Anaheim"/>
              </a:rPr>
              <a:t>CREDITS:</a:t>
            </a:r>
            <a:r>
              <a:rPr lang="en" sz="1000" b="0" u="none" strike="noStrike">
                <a:solidFill>
                  <a:schemeClr val="dk1"/>
                </a:solidFill>
                <a:effectLst/>
                <a:uFillTx/>
                <a:latin typeface="Anaheim"/>
                <a:ea typeface="Anaheim"/>
              </a:rPr>
              <a:t> This presentation template was created by </a:t>
            </a:r>
            <a:r>
              <a:rPr lang="en" sz="1000" b="1" u="sng" strike="noStrike">
                <a:solidFill>
                  <a:schemeClr val="hlink"/>
                </a:solidFill>
                <a:effectLst/>
                <a:uFillTx/>
                <a:latin typeface="Anaheim"/>
                <a:ea typeface="Anaheim"/>
                <a:hlinkClick r:id="rId3"/>
              </a:rPr>
              <a:t>Slidesgo</a:t>
            </a:r>
            <a:r>
              <a:rPr lang="en" sz="1000" b="0" u="none" strike="noStrike">
                <a:solidFill>
                  <a:schemeClr val="dk1"/>
                </a:solidFill>
                <a:effectLst/>
                <a:uFillTx/>
                <a:latin typeface="Anaheim"/>
                <a:ea typeface="Anaheim"/>
              </a:rPr>
              <a:t>, and includes icons, infographics &amp; images by </a:t>
            </a:r>
            <a:r>
              <a:rPr lang="en" sz="1000" b="1" u="sng" strike="noStrike">
                <a:solidFill>
                  <a:schemeClr val="dk1"/>
                </a:solidFill>
                <a:effectLst/>
                <a:uFillTx/>
                <a:latin typeface="Anaheim"/>
                <a:ea typeface="Anaheim"/>
                <a:hlinkClick r:id="rId4"/>
              </a:rPr>
              <a:t>Freepik</a:t>
            </a:r>
            <a:r>
              <a:rPr lang="en" sz="1000" b="0" u="sng" strike="noStrike">
                <a:solidFill>
                  <a:schemeClr val="dk1"/>
                </a:solidFill>
                <a:effectLst/>
                <a:uFillTx/>
                <a:latin typeface="Anaheim"/>
                <a:ea typeface="Anaheim"/>
              </a:rPr>
              <a:t> </a:t>
            </a:r>
            <a:endParaRPr lang="en-US" sz="1000" b="0" u="none" strike="noStrike">
              <a:solidFill>
                <a:srgbClr val="FFFFFF"/>
              </a:solidFill>
              <a:effectLst/>
              <a:uFillTx/>
              <a:latin typeface="OpenSymbo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sp>
        <p:nvSpPr>
          <p:cNvPr id="35" name="Google Shape;109;p20"/>
          <p:cNvSpPr/>
          <p:nvPr/>
        </p:nvSpPr>
        <p:spPr>
          <a:xfrm>
            <a:off x="2189880" y="-369468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pic>
        <p:nvPicPr>
          <p:cNvPr id="36" name="Google Shape;110;p20"/>
          <p:cNvPicPr/>
          <p:nvPr/>
        </p:nvPicPr>
        <p:blipFill>
          <a:blip r:embed="rId2"/>
          <a:srcRect l="1028" t="3591" r="38467" b="2908"/>
          <a:stretch/>
        </p:blipFill>
        <p:spPr>
          <a:xfrm>
            <a:off x="177480" y="167040"/>
            <a:ext cx="4394160" cy="4808880"/>
          </a:xfrm>
          <a:prstGeom prst="rect">
            <a:avLst/>
          </a:prstGeom>
          <a:noFill/>
          <a:ln w="0">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37" name="Google Shape;14;p3"/>
          <p:cNvSpPr/>
          <p:nvPr/>
        </p:nvSpPr>
        <p:spPr>
          <a:xfrm>
            <a:off x="2189880" y="408276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pic>
        <p:nvPicPr>
          <p:cNvPr id="38" name="Google Shape;15;p3"/>
          <p:cNvPicPr/>
          <p:nvPr/>
        </p:nvPicPr>
        <p:blipFill>
          <a:blip r:embed="rId2"/>
          <a:srcRect l="10335" t="3591" r="38467" b="2908"/>
          <a:stretch/>
        </p:blipFill>
        <p:spPr>
          <a:xfrm>
            <a:off x="5248080" y="167040"/>
            <a:ext cx="3718440" cy="4808880"/>
          </a:xfrm>
          <a:prstGeom prst="rect">
            <a:avLst/>
          </a:prstGeom>
          <a:noFill/>
          <a:ln w="0">
            <a:noFill/>
          </a:ln>
        </p:spPr>
      </p:pic>
      <p:sp>
        <p:nvSpPr>
          <p:cNvPr id="39" name="PlaceHolder 1"/>
          <p:cNvSpPr>
            <a:spLocks noGrp="1"/>
          </p:cNvSpPr>
          <p:nvPr>
            <p:ph type="title"/>
          </p:nvPr>
        </p:nvSpPr>
        <p:spPr>
          <a:xfrm>
            <a:off x="507600" y="1628640"/>
            <a:ext cx="5183640" cy="1886040"/>
          </a:xfrm>
          <a:prstGeom prst="rect">
            <a:avLst/>
          </a:prstGeom>
          <a:noFill/>
          <a:ln w="0">
            <a:noFill/>
          </a:ln>
        </p:spPr>
        <p:txBody>
          <a:bodyPr lIns="91440" tIns="91440" rIns="91440" bIns="91440" anchor="t">
            <a:noAutofit/>
          </a:bodyPr>
          <a:lstStyle/>
          <a:p>
            <a:pPr indent="0">
              <a:buNone/>
            </a:pPr>
            <a:r>
              <a:rPr lang="fr-FR" sz="5400" b="0" u="none" strike="noStrike">
                <a:solidFill>
                  <a:schemeClr val="dk1"/>
                </a:solidFill>
                <a:effectLst/>
                <a:uFillTx/>
                <a:latin typeface="Arial"/>
              </a:rPr>
              <a:t>Click to edit the title text format</a:t>
            </a:r>
          </a:p>
        </p:txBody>
      </p:sp>
      <p:sp>
        <p:nvSpPr>
          <p:cNvPr id="40" name="PlaceHolder 2"/>
          <p:cNvSpPr>
            <a:spLocks noGrp="1"/>
          </p:cNvSpPr>
          <p:nvPr>
            <p:ph type="title"/>
          </p:nvPr>
        </p:nvSpPr>
        <p:spPr>
          <a:xfrm>
            <a:off x="6340320" y="1919880"/>
            <a:ext cx="1335960" cy="1303560"/>
          </a:xfrm>
          <a:prstGeom prst="rect">
            <a:avLst/>
          </a:prstGeom>
          <a:noFill/>
          <a:ln w="0">
            <a:noFill/>
          </a:ln>
        </p:spPr>
        <p:txBody>
          <a:bodyPr lIns="91440" tIns="91440" rIns="91440" bIns="91440" anchor="b">
            <a:noAutofit/>
          </a:bodyPr>
          <a:lstStyle/>
          <a:p>
            <a:pPr indent="0">
              <a:lnSpc>
                <a:spcPct val="70000"/>
              </a:lnSpc>
              <a:buNone/>
            </a:pPr>
            <a:r>
              <a:rPr lang="fr-FR" sz="8000" b="1" u="none" strike="noStrike">
                <a:solidFill>
                  <a:schemeClr val="dk1"/>
                </a:solidFill>
                <a:effectLst/>
                <a:uFillTx/>
                <a:latin typeface="Bricolage Grotesque"/>
                <a:ea typeface="Bricolage Grotesque"/>
              </a:rPr>
              <a:t>xx%</a:t>
            </a:r>
            <a:endParaRPr lang="fr-FR" sz="8000" b="0" u="none" strike="noStrike">
              <a:solidFill>
                <a:schemeClr val="dk1"/>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lt1"/>
        </a:solidFill>
        <a:effectLst/>
      </p:bgPr>
    </p:bg>
    <p:spTree>
      <p:nvGrpSpPr>
        <p:cNvPr id="1" name=""/>
        <p:cNvGrpSpPr/>
        <p:nvPr/>
      </p:nvGrpSpPr>
      <p:grpSpPr>
        <a:xfrm>
          <a:off x="0" y="0"/>
          <a:ext cx="0" cy="0"/>
          <a:chOff x="0" y="0"/>
          <a:chExt cx="0" cy="0"/>
        </a:xfrm>
      </p:grpSpPr>
      <p:sp>
        <p:nvSpPr>
          <p:cNvPr id="41" name="Google Shape;112;p21"/>
          <p:cNvSpPr/>
          <p:nvPr/>
        </p:nvSpPr>
        <p:spPr>
          <a:xfrm>
            <a:off x="2189880" y="343728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pic>
        <p:nvPicPr>
          <p:cNvPr id="42" name="Google Shape;113;p21"/>
          <p:cNvPicPr/>
          <p:nvPr/>
        </p:nvPicPr>
        <p:blipFill>
          <a:blip r:embed="rId2"/>
          <a:srcRect l="10335" t="3591" r="38467" b="2908"/>
          <a:stretch/>
        </p:blipFill>
        <p:spPr>
          <a:xfrm>
            <a:off x="5248080" y="167040"/>
            <a:ext cx="3718440" cy="4808880"/>
          </a:xfrm>
          <a:prstGeom prst="rect">
            <a:avLst/>
          </a:prstGeom>
          <a:noFill/>
          <a:ln w="0">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228600" y="22860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44" name="PlaceHolder 2"/>
          <p:cNvSpPr>
            <a:spLocks noGrp="1"/>
          </p:cNvSpPr>
          <p:nvPr>
            <p:ph type="body"/>
          </p:nvPr>
        </p:nvSpPr>
        <p:spPr>
          <a:xfrm>
            <a:off x="228600" y="999360"/>
            <a:ext cx="7703640" cy="341604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Seventh Outline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pic>
        <p:nvPicPr>
          <p:cNvPr id="45" name="Google Shape;22;p5"/>
          <p:cNvPicPr/>
          <p:nvPr/>
        </p:nvPicPr>
        <p:blipFill>
          <a:blip r:embed="rId2"/>
          <a:srcRect l="1030" t="3591" r="72640" b="2908"/>
          <a:stretch/>
        </p:blipFill>
        <p:spPr>
          <a:xfrm>
            <a:off x="173880" y="167040"/>
            <a:ext cx="1911600" cy="4808880"/>
          </a:xfrm>
          <a:prstGeom prst="rect">
            <a:avLst/>
          </a:prstGeom>
          <a:noFill/>
          <a:ln w="0">
            <a:noFill/>
          </a:ln>
        </p:spPr>
      </p:pic>
      <p:sp>
        <p:nvSpPr>
          <p:cNvPr id="46" name="PlaceHolder 1"/>
          <p:cNvSpPr>
            <a:spLocks noGrp="1"/>
          </p:cNvSpPr>
          <p:nvPr>
            <p:ph type="title"/>
          </p:nvPr>
        </p:nvSpPr>
        <p:spPr>
          <a:xfrm>
            <a:off x="228600" y="226440"/>
            <a:ext cx="4557960" cy="65844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pic>
        <p:nvPicPr>
          <p:cNvPr id="47" name="Google Shape;29;p6"/>
          <p:cNvPicPr/>
          <p:nvPr/>
        </p:nvPicPr>
        <p:blipFill>
          <a:blip r:embed="rId2"/>
          <a:srcRect l="1030" t="3591" r="92862" b="2908"/>
          <a:stretch/>
        </p:blipFill>
        <p:spPr>
          <a:xfrm>
            <a:off x="8523720" y="167040"/>
            <a:ext cx="442440" cy="4808880"/>
          </a:xfrm>
          <a:prstGeom prst="rect">
            <a:avLst/>
          </a:prstGeom>
          <a:noFill/>
          <a:ln w="0">
            <a:noFill/>
          </a:ln>
        </p:spPr>
      </p:pic>
      <p:sp>
        <p:nvSpPr>
          <p:cNvPr id="48" name="Google Shape;30;p6"/>
          <p:cNvSpPr/>
          <p:nvPr/>
        </p:nvSpPr>
        <p:spPr>
          <a:xfrm>
            <a:off x="-2153520" y="-399672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49" name="PlaceHolder 1"/>
          <p:cNvSpPr>
            <a:spLocks noGrp="1"/>
          </p:cNvSpPr>
          <p:nvPr>
            <p:ph type="title"/>
          </p:nvPr>
        </p:nvSpPr>
        <p:spPr>
          <a:xfrm>
            <a:off x="5329800" y="228600"/>
            <a:ext cx="3584880" cy="66672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720000" y="444960"/>
            <a:ext cx="476352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51" name="PlaceHolder 1"/>
          <p:cNvSpPr>
            <a:spLocks noGrp="1"/>
          </p:cNvSpPr>
          <p:nvPr>
            <p:ph type="title"/>
          </p:nvPr>
        </p:nvSpPr>
        <p:spPr>
          <a:xfrm>
            <a:off x="1768680" y="1307160"/>
            <a:ext cx="560664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2135520" y="1441800"/>
            <a:ext cx="4872600" cy="1186920"/>
          </a:xfrm>
          <a:prstGeom prst="rect">
            <a:avLst/>
          </a:prstGeom>
          <a:noFill/>
          <a:ln w="0">
            <a:noFill/>
          </a:ln>
        </p:spPr>
        <p:txBody>
          <a:bodyPr lIns="91440" tIns="91440" rIns="91440" bIns="91440" anchor="b">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53"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54" name="PlaceHolder 2"/>
          <p:cNvSpPr>
            <a:spLocks noGrp="1"/>
          </p:cNvSpPr>
          <p:nvPr>
            <p:ph type="title"/>
          </p:nvPr>
        </p:nvSpPr>
        <p:spPr>
          <a:xfrm>
            <a:off x="720000" y="4014360"/>
            <a:ext cx="7703640" cy="572400"/>
          </a:xfrm>
          <a:prstGeom prst="rect">
            <a:avLst/>
          </a:prstGeom>
          <a:solidFill>
            <a:schemeClr val="lt2"/>
          </a:solidFill>
          <a:ln w="0">
            <a:noFill/>
          </a:ln>
        </p:spPr>
        <p:txBody>
          <a:bodyPr lIns="91440" tIns="91440" rIns="91440" bIns="91440" anchor="t">
            <a:noAutofit/>
          </a:bodyPr>
          <a:lstStyle/>
          <a:p>
            <a:pPr indent="0">
              <a:buNone/>
            </a:pPr>
            <a:r>
              <a:rPr lang="fr-FR" sz="2500" b="0" u="none" strike="noStrike">
                <a:solidFill>
                  <a:schemeClr val="dk1"/>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55" name="Google Shape;119;p24"/>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56"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57" name="Google Shape;122;p25"/>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58"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59"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PlaceHolder 1"/>
          <p:cNvSpPr>
            <a:spLocks noGrp="1"/>
          </p:cNvSpPr>
          <p:nvPr>
            <p:ph type="body"/>
          </p:nvPr>
        </p:nvSpPr>
        <p:spPr>
          <a:xfrm>
            <a:off x="560160" y="3663000"/>
            <a:ext cx="1371240" cy="1028520"/>
          </a:xfrm>
          <a:prstGeom prst="rect">
            <a:avLst/>
          </a:prstGeom>
          <a:noFill/>
          <a:ln w="0">
            <a:noFill/>
          </a:ln>
        </p:spPr>
        <p:txBody>
          <a:bodyPr lIns="91440" tIns="91440" rIns="91440" bIns="91440" anchor="t">
            <a:normAutofit fontScale="85000" lnSpcReduction="10000"/>
          </a:bodyPr>
          <a:lstStyle/>
          <a:p>
            <a:pPr marL="0" indent="0">
              <a:lnSpc>
                <a:spcPct val="100000"/>
              </a:lnSpc>
              <a:buNone/>
              <a:tabLst>
                <a:tab pos="0" algn="l"/>
              </a:tabLst>
            </a:pPr>
            <a:r>
              <a:rPr lang="fr-FR" sz="1400" b="0" u="none" strike="noStrike" dirty="0">
                <a:solidFill>
                  <a:schemeClr val="dk1"/>
                </a:solidFill>
                <a:effectLst/>
                <a:uFillTx/>
                <a:latin typeface="Anaheim"/>
                <a:ea typeface="Anaheim"/>
              </a:rPr>
              <a:t>Réalisé par</a:t>
            </a:r>
            <a:r>
              <a:rPr lang="en-US" sz="1400" b="0" u="none" strike="noStrike" dirty="0">
                <a:solidFill>
                  <a:schemeClr val="dk1"/>
                </a:solidFill>
                <a:effectLst/>
                <a:uFillTx/>
                <a:latin typeface="Anaheim"/>
                <a:ea typeface="Anaheim"/>
              </a:rPr>
              <a:t> :</a:t>
            </a:r>
          </a:p>
          <a:p>
            <a:pPr>
              <a:lnSpc>
                <a:spcPct val="100000"/>
              </a:lnSpc>
              <a:tabLst>
                <a:tab pos="0" algn="l"/>
              </a:tabLst>
            </a:pPr>
            <a:r>
              <a:rPr lang="en-US" sz="1400" b="0" u="none" strike="noStrike" dirty="0">
                <a:solidFill>
                  <a:schemeClr val="dk1"/>
                </a:solidFill>
                <a:effectLst/>
                <a:uFillTx/>
                <a:latin typeface="Anaheim"/>
                <a:ea typeface="Anaheim"/>
              </a:rPr>
              <a:t>Saida </a:t>
            </a:r>
            <a:r>
              <a:rPr lang="en-US" sz="1400" b="0" u="none" strike="noStrike" dirty="0" err="1">
                <a:solidFill>
                  <a:schemeClr val="dk1"/>
                </a:solidFill>
                <a:effectLst/>
                <a:uFillTx/>
                <a:latin typeface="Anaheim"/>
                <a:ea typeface="Anaheim"/>
              </a:rPr>
              <a:t>elassafry</a:t>
            </a:r>
            <a:endParaRPr lang="en-US" sz="1400" b="0" u="none" strike="noStrike" dirty="0">
              <a:solidFill>
                <a:schemeClr val="dk1"/>
              </a:solidFill>
              <a:effectLst/>
              <a:uFillTx/>
              <a:latin typeface="Anaheim"/>
              <a:ea typeface="Anaheim"/>
            </a:endParaRPr>
          </a:p>
          <a:p>
            <a:pPr>
              <a:lnSpc>
                <a:spcPct val="100000"/>
              </a:lnSpc>
              <a:tabLst>
                <a:tab pos="0" algn="l"/>
              </a:tabLst>
            </a:pPr>
            <a:r>
              <a:rPr lang="en-US" sz="1400" b="0" u="none" strike="noStrike" dirty="0">
                <a:solidFill>
                  <a:schemeClr val="dk1"/>
                </a:solidFill>
                <a:effectLst/>
                <a:uFillTx/>
                <a:latin typeface="Anaheim"/>
                <a:ea typeface="Anaheim"/>
              </a:rPr>
              <a:t> </a:t>
            </a:r>
            <a:r>
              <a:rPr lang="en-US" sz="1400" b="0" u="none" strike="noStrike" dirty="0" err="1">
                <a:solidFill>
                  <a:schemeClr val="dk1"/>
                </a:solidFill>
                <a:effectLst/>
                <a:uFillTx/>
                <a:latin typeface="Anaheim"/>
                <a:ea typeface="Anaheim"/>
              </a:rPr>
              <a:t>loubna</a:t>
            </a:r>
            <a:r>
              <a:rPr lang="en-US" sz="1400" b="0" u="none" strike="noStrike" dirty="0">
                <a:solidFill>
                  <a:schemeClr val="dk1"/>
                </a:solidFill>
                <a:effectLst/>
                <a:uFillTx/>
                <a:latin typeface="Anaheim"/>
                <a:ea typeface="Anaheim"/>
              </a:rPr>
              <a:t> </a:t>
            </a:r>
            <a:r>
              <a:rPr lang="en-US" sz="1400" b="0" u="none" strike="noStrike" dirty="0" err="1">
                <a:solidFill>
                  <a:schemeClr val="dk1"/>
                </a:solidFill>
                <a:effectLst/>
                <a:uFillTx/>
                <a:latin typeface="Anaheim"/>
                <a:ea typeface="Anaheim"/>
              </a:rPr>
              <a:t>douma</a:t>
            </a:r>
            <a:endParaRPr lang="en-US" sz="1400" b="0" u="none" strike="noStrike" dirty="0">
              <a:solidFill>
                <a:srgbClr val="FFFFFF"/>
              </a:solidFill>
              <a:effectLst/>
              <a:uFillTx/>
              <a:latin typeface="OpenSymbol"/>
            </a:endParaRPr>
          </a:p>
        </p:txBody>
      </p:sp>
      <p:sp>
        <p:nvSpPr>
          <p:cNvPr id="63" name="PlaceHolder 4"/>
          <p:cNvSpPr>
            <a:spLocks noGrp="1"/>
          </p:cNvSpPr>
          <p:nvPr>
            <p:ph type="title"/>
          </p:nvPr>
        </p:nvSpPr>
        <p:spPr>
          <a:xfrm>
            <a:off x="1571760" y="1714680"/>
            <a:ext cx="6000480" cy="1723680"/>
          </a:xfrm>
          <a:prstGeom prst="rect">
            <a:avLst/>
          </a:prstGeom>
          <a:noFill/>
          <a:ln w="0">
            <a:noFill/>
          </a:ln>
        </p:spPr>
        <p:txBody>
          <a:bodyPr lIns="91440" tIns="91440" rIns="91440" bIns="91440" anchor="b">
            <a:normAutofit fontScale="90000"/>
          </a:bodyPr>
          <a:lstStyle/>
          <a:p>
            <a:pPr indent="0" algn="ctr">
              <a:lnSpc>
                <a:spcPct val="70000"/>
              </a:lnSpc>
              <a:buNone/>
              <a:tabLst>
                <a:tab pos="0" algn="l"/>
              </a:tabLst>
            </a:pPr>
            <a:r>
              <a:rPr lang="fr-FR" sz="6800" dirty="0">
                <a:solidFill>
                  <a:schemeClr val="dk1"/>
                </a:solidFill>
                <a:latin typeface="Bricolage Grotesque Medium"/>
                <a:ea typeface="Geist"/>
              </a:rPr>
              <a:t>Développement web d’une application</a:t>
            </a:r>
            <a:r>
              <a:rPr lang="en-US" sz="6800" b="1" u="none" strike="noStrike" dirty="0">
                <a:solidFill>
                  <a:schemeClr val="dk1"/>
                </a:solidFill>
                <a:effectLst/>
                <a:uFillTx/>
                <a:latin typeface="Bricolage Grotesque"/>
                <a:ea typeface="Geist"/>
              </a:rPr>
              <a:t> Java</a:t>
            </a:r>
            <a:endParaRPr lang="fr-FR" sz="6800" b="0" u="none" strike="noStrike" dirty="0">
              <a:solidFill>
                <a:schemeClr val="dk1"/>
              </a:solidFill>
              <a:effectLst/>
              <a:uFillTx/>
              <a:latin typeface="Arial"/>
            </a:endParaRPr>
          </a:p>
        </p:txBody>
      </p:sp>
      <p:sp>
        <p:nvSpPr>
          <p:cNvPr id="62" name="PlaceHolder 3"/>
          <p:cNvSpPr>
            <a:spLocks noGrp="1"/>
          </p:cNvSpPr>
          <p:nvPr>
            <p:ph type="subTitle" idx="4294967295"/>
          </p:nvPr>
        </p:nvSpPr>
        <p:spPr>
          <a:xfrm>
            <a:off x="5587253" y="3551051"/>
            <a:ext cx="1660711" cy="361950"/>
          </a:xfrm>
          <a:prstGeom prst="rect">
            <a:avLst/>
          </a:prstGeom>
          <a:noFill/>
          <a:ln w="0">
            <a:noFill/>
          </a:ln>
        </p:spPr>
        <p:txBody>
          <a:bodyPr lIns="91440" tIns="91440" rIns="91440" bIns="91440" anchor="t">
            <a:noAutofit/>
          </a:bodyPr>
          <a:lstStyle/>
          <a:p>
            <a:pPr marL="0" indent="0" algn="ctr">
              <a:lnSpc>
                <a:spcPct val="100000"/>
              </a:lnSpc>
              <a:buNone/>
              <a:tabLst>
                <a:tab pos="0" algn="l"/>
              </a:tabLst>
            </a:pPr>
            <a:r>
              <a:rPr lang="en-US" sz="1400" dirty="0">
                <a:solidFill>
                  <a:srgbClr val="FFFFFF"/>
                </a:solidFill>
                <a:latin typeface="OpenSymbol"/>
              </a:rPr>
              <a:t>prof : EL HATTAB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noChangeArrowheads="1"/>
          </p:cNvSpPr>
          <p:nvPr>
            <p:ph type="body"/>
          </p:nvPr>
        </p:nvSpPr>
        <p:spPr bwMode="auto">
          <a:xfrm>
            <a:off x="667931" y="2176724"/>
            <a:ext cx="8098217"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Arial" panose="020B0604020202020204" pitchFamily="34" charset="0"/>
              </a:rPr>
              <a:t>Cette application a été développée pour faciliter la gestion d’un tournoi de football.</a:t>
            </a:r>
          </a:p>
          <a:p>
            <a:pPr marL="0" marR="0" lvl="0" indent="0" algn="just"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Arial" panose="020B0604020202020204" pitchFamily="34" charset="0"/>
              </a:rPr>
              <a:t>Elle permet à l’utilisateur d’ajouter des équipes, d’enregistrer des matchs avec leurs scores, et d’afficher automatiquement les résultats ainsi que le classement.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Arial" panose="020B0604020202020204" pitchFamily="34" charset="0"/>
              </a:rPr>
              <a:t>L’objectif de ce projet est de créer une application simple, rapide et facile à utiliser.</a:t>
            </a:r>
          </a:p>
        </p:txBody>
      </p:sp>
      <p:sp>
        <p:nvSpPr>
          <p:cNvPr id="65" name="PlaceHolder 2"/>
          <p:cNvSpPr>
            <a:spLocks noGrp="1"/>
          </p:cNvSpPr>
          <p:nvPr>
            <p:ph type="title"/>
          </p:nvPr>
        </p:nvSpPr>
        <p:spPr>
          <a:xfrm>
            <a:off x="600120" y="1333440"/>
            <a:ext cx="3590640" cy="247608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3100" b="0" u="none" strike="noStrike" dirty="0">
                <a:solidFill>
                  <a:schemeClr val="dk1"/>
                </a:solidFill>
                <a:effectLst/>
                <a:uFillTx/>
                <a:latin typeface="Bricolage Grotesque Medium"/>
                <a:ea typeface="Bricolage Grotesque Medium"/>
              </a:rPr>
              <a:t>Introduction</a:t>
            </a:r>
            <a:endParaRPr lang="fr-FR" sz="3100" b="0" u="none" strike="noStrike" dirty="0">
              <a:solidFill>
                <a:schemeClr val="dk1"/>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ous-titre 9"/>
          <p:cNvSpPr>
            <a:spLocks noGrp="1" noChangeArrowheads="1"/>
          </p:cNvSpPr>
          <p:nvPr>
            <p:ph type="body"/>
          </p:nvPr>
        </p:nvSpPr>
        <p:spPr bwMode="auto">
          <a:xfrm>
            <a:off x="748801" y="2288129"/>
            <a:ext cx="8691658" cy="9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sz="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Arial" panose="020B0604020202020204" pitchFamily="34" charset="0"/>
              </a:rPr>
              <a:t>La gestion des tournois de football est souvent faite manuellement,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Arial" panose="020B0604020202020204" pitchFamily="34" charset="0"/>
              </a:rPr>
              <a:t> ce qui peut entraîner des erreurs dans l’enregistrement des équipes, des matchs et des résultats</a:t>
            </a:r>
          </a:p>
        </p:txBody>
      </p:sp>
      <p:sp>
        <p:nvSpPr>
          <p:cNvPr id="67" name="PlaceHolder 2"/>
          <p:cNvSpPr>
            <a:spLocks noGrp="1"/>
          </p:cNvSpPr>
          <p:nvPr>
            <p:ph type="title"/>
          </p:nvPr>
        </p:nvSpPr>
        <p:spPr>
          <a:xfrm>
            <a:off x="600119" y="1333440"/>
            <a:ext cx="3590640" cy="2476080"/>
          </a:xfrm>
          <a:prstGeom prst="rect">
            <a:avLst/>
          </a:prstGeom>
          <a:noFill/>
          <a:ln w="0">
            <a:noFill/>
          </a:ln>
        </p:spPr>
        <p:txBody>
          <a:bodyPr lIns="91440" tIns="91440" rIns="91440" bIns="91440" anchor="t">
            <a:normAutofit/>
          </a:bodyPr>
          <a:lstStyle/>
          <a:p>
            <a:pPr indent="0">
              <a:lnSpc>
                <a:spcPct val="70000"/>
              </a:lnSpc>
              <a:buNone/>
              <a:tabLst>
                <a:tab pos="0" algn="l"/>
              </a:tabLst>
            </a:pPr>
            <a:r>
              <a:rPr lang="fr-FR" sz="3100" b="0" u="none" strike="noStrike" dirty="0">
                <a:solidFill>
                  <a:schemeClr val="dk1"/>
                </a:solidFill>
                <a:effectLst/>
                <a:uFillTx/>
                <a:latin typeface="Bricolage Grotesque Medium"/>
                <a:ea typeface="Bricolage Grotesque Medium"/>
              </a:rPr>
              <a:t>Problém</a:t>
            </a:r>
            <a:r>
              <a:rPr lang="fr-FR" sz="3100" dirty="0">
                <a:solidFill>
                  <a:schemeClr val="dk1"/>
                </a:solidFill>
                <a:latin typeface="Bricolage Grotesque Medium"/>
                <a:ea typeface="Bricolage Grotesque Medium"/>
              </a:rPr>
              <a:t>atiques</a:t>
            </a:r>
            <a:endParaRPr lang="fr-FR" sz="3100" b="0" u="none" strike="noStrike" dirty="0">
              <a:solidFill>
                <a:schemeClr val="dk1"/>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PlaceHolder 1"/>
          <p:cNvSpPr>
            <a:spLocks noGrp="1"/>
          </p:cNvSpPr>
          <p:nvPr>
            <p:ph type="body"/>
          </p:nvPr>
        </p:nvSpPr>
        <p:spPr>
          <a:xfrm>
            <a:off x="3727268" y="1210491"/>
            <a:ext cx="5301531" cy="3439885"/>
          </a:xfrm>
          <a:prstGeom prst="rect">
            <a:avLst/>
          </a:prstGeom>
          <a:noFill/>
          <a:ln w="0">
            <a:noFill/>
          </a:ln>
        </p:spPr>
        <p:txBody>
          <a:bodyPr lIns="91440" tIns="91440" rIns="91440" bIns="91440" anchor="t">
            <a:normAutofit fontScale="92500" lnSpcReduction="9999"/>
          </a:bodyPr>
          <a:lstStyle/>
          <a:p>
            <a:pPr marL="171450" indent="-171450">
              <a:lnSpc>
                <a:spcPct val="150000"/>
              </a:lnSpc>
              <a:buFont typeface="Wingdings" panose="05000000000000000000" pitchFamily="2" charset="2"/>
              <a:buChar char="v"/>
              <a:tabLst>
                <a:tab pos="0" algn="l"/>
              </a:tabLst>
            </a:pPr>
            <a:r>
              <a:rPr lang="fr-FR" sz="1600" dirty="0"/>
              <a:t>Créer une application pour gérer facilement les équipes.</a:t>
            </a:r>
          </a:p>
          <a:p>
            <a:pPr marL="171450" indent="-171450">
              <a:lnSpc>
                <a:spcPct val="150000"/>
              </a:lnSpc>
              <a:buFont typeface="Wingdings" panose="05000000000000000000" pitchFamily="2" charset="2"/>
              <a:buChar char="v"/>
              <a:tabLst>
                <a:tab pos="0" algn="l"/>
              </a:tabLst>
            </a:pPr>
            <a:r>
              <a:rPr lang="fr-FR" sz="1600" dirty="0">
                <a:solidFill>
                  <a:srgbClr val="FFFFFF"/>
                </a:solidFill>
                <a:latin typeface="OpenSymbol"/>
              </a:rPr>
              <a:t>Faciliter l’enregistrement des matchs et des scores.</a:t>
            </a:r>
          </a:p>
          <a:p>
            <a:pPr marL="171450" indent="-171450">
              <a:lnSpc>
                <a:spcPct val="150000"/>
              </a:lnSpc>
              <a:buFont typeface="Wingdings" panose="05000000000000000000" pitchFamily="2" charset="2"/>
              <a:buChar char="v"/>
              <a:tabLst>
                <a:tab pos="0" algn="l"/>
              </a:tabLst>
            </a:pPr>
            <a:r>
              <a:rPr lang="fr-FR" sz="1600" dirty="0">
                <a:solidFill>
                  <a:srgbClr val="FFFFFF"/>
                </a:solidFill>
                <a:latin typeface="OpenSymbol"/>
              </a:rPr>
              <a:t>Générer automatiquement le classement des équipes.</a:t>
            </a:r>
          </a:p>
          <a:p>
            <a:pPr marL="171450" indent="-171450">
              <a:lnSpc>
                <a:spcPct val="150000"/>
              </a:lnSpc>
              <a:buFont typeface="Wingdings" panose="05000000000000000000" pitchFamily="2" charset="2"/>
              <a:buChar char="v"/>
              <a:tabLst>
                <a:tab pos="0" algn="l"/>
              </a:tabLst>
            </a:pPr>
            <a:r>
              <a:rPr lang="fr-FR" sz="1600" dirty="0">
                <a:solidFill>
                  <a:srgbClr val="FFFFFF"/>
                </a:solidFill>
                <a:latin typeface="OpenSymbol"/>
              </a:rPr>
              <a:t>Réduire les erreurs humaines .</a:t>
            </a:r>
            <a:endParaRPr lang="en-US" sz="1600" b="0" u="none" strike="noStrike" dirty="0">
              <a:solidFill>
                <a:srgbClr val="FFFFFF"/>
              </a:solidFill>
              <a:effectLst/>
              <a:uFillTx/>
              <a:latin typeface="OpenSymbol"/>
            </a:endParaRPr>
          </a:p>
          <a:p>
            <a:pPr marL="171450" indent="-171450">
              <a:lnSpc>
                <a:spcPct val="150000"/>
              </a:lnSpc>
              <a:buFont typeface="Wingdings" panose="05000000000000000000" pitchFamily="2" charset="2"/>
              <a:buChar char="v"/>
              <a:tabLst>
                <a:tab pos="0" algn="l"/>
              </a:tabLst>
            </a:pPr>
            <a:endParaRPr lang="en-US" sz="1600" dirty="0">
              <a:solidFill>
                <a:srgbClr val="FFFFFF"/>
              </a:solidFill>
              <a:latin typeface="OpenSymbol"/>
            </a:endParaRPr>
          </a:p>
          <a:p>
            <a:pPr marL="171450" indent="-171450">
              <a:lnSpc>
                <a:spcPct val="150000"/>
              </a:lnSpc>
              <a:buFont typeface="Wingdings" panose="05000000000000000000" pitchFamily="2" charset="2"/>
              <a:buChar char="v"/>
              <a:tabLst>
                <a:tab pos="0" algn="l"/>
              </a:tabLst>
            </a:pPr>
            <a:endParaRPr lang="en-US" sz="1600" b="0" u="none" strike="noStrike" dirty="0">
              <a:solidFill>
                <a:srgbClr val="FFFFFF"/>
              </a:solidFill>
              <a:effectLst/>
              <a:uFillTx/>
              <a:latin typeface="OpenSymbol"/>
            </a:endParaRPr>
          </a:p>
          <a:p>
            <a:pPr marL="171450" indent="-171450">
              <a:lnSpc>
                <a:spcPct val="150000"/>
              </a:lnSpc>
              <a:buFont typeface="Wingdings" panose="05000000000000000000" pitchFamily="2" charset="2"/>
              <a:buChar char="v"/>
              <a:tabLst>
                <a:tab pos="0" algn="l"/>
              </a:tabLst>
            </a:pPr>
            <a:endParaRPr lang="en-US" sz="1600" dirty="0">
              <a:solidFill>
                <a:srgbClr val="FFFFFF"/>
              </a:solidFill>
              <a:latin typeface="OpenSymbol"/>
            </a:endParaRPr>
          </a:p>
          <a:p>
            <a:pPr marL="171450" indent="-171450">
              <a:lnSpc>
                <a:spcPct val="150000"/>
              </a:lnSpc>
              <a:buFont typeface="Wingdings" panose="05000000000000000000" pitchFamily="2" charset="2"/>
              <a:buChar char="v"/>
              <a:tabLst>
                <a:tab pos="0" algn="l"/>
              </a:tabLst>
            </a:pPr>
            <a:endParaRPr lang="en-US" sz="1600" b="0" u="none" strike="noStrike" dirty="0">
              <a:solidFill>
                <a:srgbClr val="FFFFFF"/>
              </a:solidFill>
              <a:effectLst/>
              <a:uFillTx/>
              <a:latin typeface="OpenSymbol"/>
            </a:endParaRPr>
          </a:p>
          <a:p>
            <a:pPr marL="171450" indent="-171450">
              <a:lnSpc>
                <a:spcPct val="150000"/>
              </a:lnSpc>
              <a:buFont typeface="Wingdings" panose="05000000000000000000" pitchFamily="2" charset="2"/>
              <a:buChar char="v"/>
              <a:tabLst>
                <a:tab pos="0" algn="l"/>
              </a:tabLst>
            </a:pPr>
            <a:endParaRPr lang="en-US" sz="1600" dirty="0">
              <a:solidFill>
                <a:srgbClr val="FFFFFF"/>
              </a:solidFill>
              <a:latin typeface="OpenSymbol"/>
            </a:endParaRPr>
          </a:p>
        </p:txBody>
      </p:sp>
      <p:sp>
        <p:nvSpPr>
          <p:cNvPr id="69" name="PlaceHolder 2"/>
          <p:cNvSpPr>
            <a:spLocks noGrp="1"/>
          </p:cNvSpPr>
          <p:nvPr>
            <p:ph type="title"/>
          </p:nvPr>
        </p:nvSpPr>
        <p:spPr>
          <a:xfrm>
            <a:off x="115201" y="493124"/>
            <a:ext cx="4075559" cy="3316396"/>
          </a:xfrm>
          <a:prstGeom prst="rect">
            <a:avLst/>
          </a:prstGeom>
          <a:noFill/>
          <a:ln w="0">
            <a:noFill/>
          </a:ln>
        </p:spPr>
        <p:txBody>
          <a:bodyPr lIns="91440" tIns="91440" rIns="91440" bIns="91440" anchor="t">
            <a:normAutofit/>
          </a:bodyPr>
          <a:lstStyle/>
          <a:p>
            <a:pPr>
              <a:lnSpc>
                <a:spcPct val="70000"/>
              </a:lnSpc>
              <a:tabLst>
                <a:tab pos="0" algn="l"/>
              </a:tabLst>
            </a:pPr>
            <a:r>
              <a:rPr lang="fr-FR" sz="3200" dirty="0"/>
              <a:t>Objectifs du projet</a:t>
            </a:r>
            <a:endParaRPr lang="fr-FR" sz="3100" b="0" u="none" strike="noStrike" dirty="0">
              <a:solidFill>
                <a:schemeClr val="dk1"/>
              </a:solidFill>
              <a:effectLst/>
              <a:uFillTx/>
              <a:latin typeface="Arial"/>
            </a:endParaRPr>
          </a:p>
        </p:txBody>
      </p:sp>
      <p:sp>
        <p:nvSpPr>
          <p:cNvPr id="5" name="Rectangle 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800" b="0" i="0" u="none" strike="noStrike" cap="none" normalizeH="0" baseline="0">
                <a:ln>
                  <a:noFill/>
                </a:ln>
                <a:solidFill>
                  <a:schemeClr val="tx1"/>
                </a:solidFill>
                <a:effectLst/>
                <a:latin typeface="Arial" panose="020B0604020202020204" pitchFamily="34" charset="0"/>
              </a:rPr>
              <a:t>Faciliter l’enregistrement des matchs et des scores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PlaceHolder 1"/>
          <p:cNvSpPr>
            <a:spLocks noGrp="1"/>
          </p:cNvSpPr>
          <p:nvPr>
            <p:ph type="body"/>
          </p:nvPr>
        </p:nvSpPr>
        <p:spPr>
          <a:xfrm>
            <a:off x="4695840" y="1752480"/>
            <a:ext cx="3847680" cy="1638000"/>
          </a:xfrm>
          <a:prstGeom prst="rect">
            <a:avLst/>
          </a:prstGeom>
          <a:noFill/>
          <a:ln w="0">
            <a:noFill/>
          </a:ln>
        </p:spPr>
        <p:txBody>
          <a:bodyPr lIns="91440" tIns="91440" rIns="91440" bIns="91440" anchor="t">
            <a:noAutofit/>
          </a:bodyPr>
          <a:lstStyle/>
          <a:p>
            <a:pPr marL="171450" indent="-171450">
              <a:lnSpc>
                <a:spcPct val="150000"/>
              </a:lnSpc>
              <a:buFont typeface="Wingdings" panose="05000000000000000000" pitchFamily="2" charset="2"/>
              <a:buChar char="Ø"/>
              <a:tabLst>
                <a:tab pos="0" algn="l"/>
              </a:tabLst>
            </a:pPr>
            <a:r>
              <a:rPr lang="fr-FR" sz="1600" dirty="0">
                <a:solidFill>
                  <a:schemeClr val="dk1"/>
                </a:solidFill>
                <a:latin typeface="Anaheim"/>
                <a:ea typeface="Anaheim"/>
              </a:rPr>
              <a:t>Ajouter, modifier et supprimer une équipe.</a:t>
            </a:r>
          </a:p>
          <a:p>
            <a:pPr marL="171450" indent="-171450">
              <a:lnSpc>
                <a:spcPct val="150000"/>
              </a:lnSpc>
              <a:buFont typeface="Wingdings" panose="05000000000000000000" pitchFamily="2" charset="2"/>
              <a:buChar char="Ø"/>
              <a:tabLst>
                <a:tab pos="0" algn="l"/>
              </a:tabLst>
            </a:pPr>
            <a:r>
              <a:rPr lang="fr-FR" sz="1600" dirty="0">
                <a:solidFill>
                  <a:schemeClr val="dk1"/>
                </a:solidFill>
                <a:latin typeface="Anaheim"/>
                <a:ea typeface="Anaheim"/>
              </a:rPr>
              <a:t>Enregistrer les matchs avec leurs scores.</a:t>
            </a:r>
          </a:p>
          <a:p>
            <a:pPr marL="171450" indent="-171450">
              <a:lnSpc>
                <a:spcPct val="150000"/>
              </a:lnSpc>
              <a:buFont typeface="Wingdings" panose="05000000000000000000" pitchFamily="2" charset="2"/>
              <a:buChar char="Ø"/>
              <a:tabLst>
                <a:tab pos="0" algn="l"/>
              </a:tabLst>
            </a:pPr>
            <a:r>
              <a:rPr lang="fr-FR" sz="1600" dirty="0">
                <a:solidFill>
                  <a:schemeClr val="dk1"/>
                </a:solidFill>
                <a:latin typeface="Anaheim"/>
                <a:ea typeface="Anaheim"/>
              </a:rPr>
              <a:t>Afficher la liste des matchs.</a:t>
            </a:r>
          </a:p>
          <a:p>
            <a:pPr marL="171450" indent="-171450">
              <a:lnSpc>
                <a:spcPct val="150000"/>
              </a:lnSpc>
              <a:buFont typeface="Wingdings" panose="05000000000000000000" pitchFamily="2" charset="2"/>
              <a:buChar char="Ø"/>
              <a:tabLst>
                <a:tab pos="0" algn="l"/>
              </a:tabLst>
            </a:pPr>
            <a:r>
              <a:rPr lang="fr-FR" sz="1600" dirty="0">
                <a:solidFill>
                  <a:schemeClr val="dk1"/>
                </a:solidFill>
                <a:latin typeface="Anaheim"/>
                <a:ea typeface="Anaheim"/>
              </a:rPr>
              <a:t>Générer automatiquement le classement (points, buts, différence).</a:t>
            </a:r>
            <a:endParaRPr lang="en-US" sz="1600" b="0" u="none" strike="noStrike" dirty="0">
              <a:solidFill>
                <a:srgbClr val="FFFFFF"/>
              </a:solidFill>
              <a:effectLst/>
              <a:uFillTx/>
              <a:latin typeface="OpenSymbol"/>
            </a:endParaRPr>
          </a:p>
        </p:txBody>
      </p:sp>
      <p:sp>
        <p:nvSpPr>
          <p:cNvPr id="71" name="PlaceHolder 2"/>
          <p:cNvSpPr>
            <a:spLocks noGrp="1"/>
          </p:cNvSpPr>
          <p:nvPr>
            <p:ph type="title"/>
          </p:nvPr>
        </p:nvSpPr>
        <p:spPr>
          <a:xfrm>
            <a:off x="600120" y="1333440"/>
            <a:ext cx="3590640" cy="2476080"/>
          </a:xfrm>
          <a:prstGeom prst="rect">
            <a:avLst/>
          </a:prstGeom>
          <a:noFill/>
          <a:ln w="0">
            <a:noFill/>
          </a:ln>
        </p:spPr>
        <p:txBody>
          <a:bodyPr lIns="91440" tIns="91440" rIns="91440" bIns="91440" anchor="t">
            <a:normAutofit/>
          </a:bodyPr>
          <a:lstStyle/>
          <a:p>
            <a:pPr>
              <a:lnSpc>
                <a:spcPct val="70000"/>
              </a:lnSpc>
              <a:tabLst>
                <a:tab pos="0" algn="l"/>
              </a:tabLst>
            </a:pPr>
            <a:r>
              <a:rPr lang="en-US" sz="3100" dirty="0">
                <a:solidFill>
                  <a:schemeClr val="dk1"/>
                </a:solidFill>
                <a:latin typeface="Bricolage Grotesque Medium"/>
                <a:ea typeface="Bricolage Grotesque Medium"/>
              </a:rPr>
              <a:t>Fonctionnalités </a:t>
            </a:r>
            <a:r>
              <a:rPr lang="en-US" sz="3100" dirty="0" err="1">
                <a:solidFill>
                  <a:schemeClr val="dk1"/>
                </a:solidFill>
                <a:latin typeface="Bricolage Grotesque Medium"/>
                <a:ea typeface="Bricolage Grotesque Medium"/>
              </a:rPr>
              <a:t>principales</a:t>
            </a:r>
            <a:endParaRPr lang="fr-FR" sz="3100" b="0" u="none" strike="noStrike" dirty="0">
              <a:solidFill>
                <a:schemeClr val="dk1"/>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Google Shape;220;p31"/>
          <p:cNvSpPr/>
          <p:nvPr/>
        </p:nvSpPr>
        <p:spPr>
          <a:xfrm>
            <a:off x="7020000" y="-2876400"/>
            <a:ext cx="4762080" cy="4762080"/>
          </a:xfrm>
          <a:prstGeom prst="rect">
            <a:avLst/>
          </a:prstGeom>
          <a:noFill/>
          <a:ln w="0">
            <a:noFill/>
          </a:ln>
        </p:spPr>
        <p:style>
          <a:lnRef idx="0">
            <a:scrgbClr r="0" g="0" b="0"/>
          </a:lnRef>
          <a:fillRef idx="0">
            <a:scrgbClr r="0" g="0" b="0"/>
          </a:fillRef>
          <a:effectRef idx="0">
            <a:scrgbClr r="0" g="0" b="0"/>
          </a:effectRef>
          <a:fontRef idx="minor"/>
        </p:style>
        <p:txBody>
          <a:bodyPr lIns="870823080" tIns="2381040" rIns="870823080" bIns="2381040" anchor="t">
            <a:spAutoFit/>
          </a:bodyPr>
          <a:lstStyle/>
          <a:p>
            <a:pPr algn="ctr" defTabSz="914400">
              <a:lnSpc>
                <a:spcPct val="100000"/>
              </a:lnSpc>
              <a:tabLst>
                <a:tab pos="0" algn="l"/>
              </a:tabLst>
            </a:pPr>
            <a:endParaRPr lang="fr-FR" sz="1800" b="0" u="none" strike="noStrike">
              <a:solidFill>
                <a:schemeClr val="dk1"/>
              </a:solidFill>
              <a:effectLst/>
              <a:uFillTx/>
              <a:latin typeface="Arial"/>
            </a:endParaRPr>
          </a:p>
        </p:txBody>
      </p:sp>
      <p:sp>
        <p:nvSpPr>
          <p:cNvPr id="74" name="PlaceHolder 2"/>
          <p:cNvSpPr>
            <a:spLocks noGrp="1"/>
          </p:cNvSpPr>
          <p:nvPr>
            <p:ph type="body"/>
          </p:nvPr>
        </p:nvSpPr>
        <p:spPr>
          <a:xfrm>
            <a:off x="4572000" y="1637211"/>
            <a:ext cx="4343040" cy="3248709"/>
          </a:xfrm>
          <a:prstGeom prst="rect">
            <a:avLst/>
          </a:prstGeom>
          <a:noFill/>
          <a:ln w="0">
            <a:noFill/>
          </a:ln>
        </p:spPr>
        <p:txBody>
          <a:bodyPr lIns="91440" tIns="91440" rIns="91440" bIns="91440" anchor="t">
            <a:normAutofit lnSpcReduction="9999"/>
          </a:bodyPr>
          <a:lstStyle/>
          <a:p>
            <a:pPr>
              <a:lnSpc>
                <a:spcPct val="150000"/>
              </a:lnSpc>
              <a:tabLst>
                <a:tab pos="0" algn="l"/>
              </a:tabLst>
            </a:pPr>
            <a:r>
              <a:rPr lang="en-US" sz="1400" dirty="0" err="1">
                <a:solidFill>
                  <a:schemeClr val="dk1"/>
                </a:solidFill>
                <a:latin typeface="Anaheim"/>
                <a:ea typeface="Anaheim"/>
              </a:rPr>
              <a:t>Langage</a:t>
            </a:r>
            <a:r>
              <a:rPr lang="en-US" sz="1400" dirty="0">
                <a:solidFill>
                  <a:schemeClr val="dk1"/>
                </a:solidFill>
                <a:latin typeface="Anaheim"/>
                <a:ea typeface="Anaheim"/>
              </a:rPr>
              <a:t> : Java</a:t>
            </a:r>
          </a:p>
          <a:p>
            <a:pPr>
              <a:lnSpc>
                <a:spcPct val="150000"/>
              </a:lnSpc>
              <a:tabLst>
                <a:tab pos="0" algn="l"/>
              </a:tabLst>
            </a:pPr>
            <a:r>
              <a:rPr lang="en-US" sz="1400" dirty="0">
                <a:solidFill>
                  <a:schemeClr val="dk1"/>
                </a:solidFill>
                <a:latin typeface="Anaheim"/>
                <a:ea typeface="Anaheim"/>
              </a:rPr>
              <a:t>GUI : Java Swing</a:t>
            </a:r>
          </a:p>
          <a:p>
            <a:pPr>
              <a:lnSpc>
                <a:spcPct val="150000"/>
              </a:lnSpc>
              <a:tabLst>
                <a:tab pos="0" algn="l"/>
              </a:tabLst>
            </a:pPr>
            <a:r>
              <a:rPr lang="en-US" sz="1400" dirty="0">
                <a:solidFill>
                  <a:schemeClr val="dk1"/>
                </a:solidFill>
                <a:latin typeface="Anaheim"/>
                <a:ea typeface="Anaheim"/>
              </a:rPr>
              <a:t>IDE </a:t>
            </a:r>
            <a:r>
              <a:rPr lang="en-US" sz="1400" dirty="0" err="1">
                <a:solidFill>
                  <a:schemeClr val="dk1"/>
                </a:solidFill>
                <a:latin typeface="Anaheim"/>
                <a:ea typeface="Anaheim"/>
              </a:rPr>
              <a:t>recommandés</a:t>
            </a:r>
            <a:r>
              <a:rPr lang="en-US" sz="1400" dirty="0">
                <a:solidFill>
                  <a:schemeClr val="dk1"/>
                </a:solidFill>
                <a:latin typeface="Anaheim"/>
                <a:ea typeface="Anaheim"/>
              </a:rPr>
              <a:t> : IntelliJ IDEA / NetBeans / Eclipse</a:t>
            </a:r>
          </a:p>
          <a:p>
            <a:pPr>
              <a:lnSpc>
                <a:spcPct val="150000"/>
              </a:lnSpc>
              <a:tabLst>
                <a:tab pos="0" algn="l"/>
              </a:tabLst>
            </a:pPr>
            <a:r>
              <a:rPr lang="en-US" sz="1400" dirty="0">
                <a:solidFill>
                  <a:schemeClr val="dk1"/>
                </a:solidFill>
                <a:latin typeface="Anaheim"/>
                <a:ea typeface="Anaheim"/>
              </a:rPr>
              <a:t>JDK : Java Development Kit (version 8+)</a:t>
            </a:r>
            <a:endParaRPr lang="en-US" sz="1400" b="0" u="none" strike="noStrike" dirty="0">
              <a:solidFill>
                <a:srgbClr val="FFFFFF"/>
              </a:solidFill>
              <a:effectLst/>
              <a:uFillTx/>
              <a:latin typeface="OpenSymbol"/>
            </a:endParaRPr>
          </a:p>
        </p:txBody>
      </p:sp>
      <p:sp>
        <p:nvSpPr>
          <p:cNvPr id="73" name="PlaceHolder 1"/>
          <p:cNvSpPr>
            <a:spLocks noGrp="1"/>
          </p:cNvSpPr>
          <p:nvPr>
            <p:ph type="title"/>
          </p:nvPr>
        </p:nvSpPr>
        <p:spPr>
          <a:xfrm>
            <a:off x="4572000" y="150223"/>
            <a:ext cx="3904920" cy="761760"/>
          </a:xfrm>
          <a:prstGeom prst="rect">
            <a:avLst/>
          </a:prstGeom>
          <a:noFill/>
          <a:ln w="0">
            <a:noFill/>
          </a:ln>
        </p:spPr>
        <p:txBody>
          <a:bodyPr lIns="91440" tIns="91440" rIns="91440" bIns="91440" anchor="t">
            <a:normAutofit/>
          </a:bodyPr>
          <a:lstStyle/>
          <a:p>
            <a:pPr>
              <a:lnSpc>
                <a:spcPct val="70000"/>
              </a:lnSpc>
              <a:tabLst>
                <a:tab pos="0" algn="l"/>
              </a:tabLst>
            </a:pPr>
            <a:r>
              <a:rPr lang="en-US" sz="2600" dirty="0">
                <a:solidFill>
                  <a:schemeClr val="dk1"/>
                </a:solidFill>
                <a:latin typeface="Bricolage Grotesque Medium"/>
                <a:ea typeface="Bricolage Grotesque Medium"/>
              </a:rPr>
              <a:t>Technologies </a:t>
            </a:r>
            <a:r>
              <a:rPr lang="en-US" sz="2600" dirty="0" err="1">
                <a:solidFill>
                  <a:schemeClr val="dk1"/>
                </a:solidFill>
                <a:latin typeface="Bricolage Grotesque Medium"/>
                <a:ea typeface="Bricolage Grotesque Medium"/>
              </a:rPr>
              <a:t>utilisées</a:t>
            </a:r>
            <a:endParaRPr lang="fr-FR" sz="2600" b="0" u="none" strike="noStrike" dirty="0">
              <a:solidFill>
                <a:schemeClr val="dk1"/>
              </a:solidFill>
              <a:effectLst/>
              <a:uFillTx/>
              <a:latin typeface="Arial"/>
            </a:endParaRPr>
          </a:p>
        </p:txBody>
      </p:sp>
      <p:pic>
        <p:nvPicPr>
          <p:cNvPr id="75" name="Google Shape;223;p31"/>
          <p:cNvPicPr/>
          <p:nvPr/>
        </p:nvPicPr>
        <p:blipFill>
          <a:blip r:embed="rId2"/>
          <a:srcRect t="3418" b="3428"/>
          <a:stretch/>
        </p:blipFill>
        <p:spPr>
          <a:xfrm>
            <a:off x="0" y="0"/>
            <a:ext cx="4294440" cy="51433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body"/>
          </p:nvPr>
        </p:nvSpPr>
        <p:spPr>
          <a:xfrm>
            <a:off x="4190760" y="579120"/>
            <a:ext cx="4785600" cy="3706079"/>
          </a:xfrm>
          <a:prstGeom prst="rect">
            <a:avLst/>
          </a:prstGeom>
          <a:noFill/>
          <a:ln w="0">
            <a:noFill/>
          </a:ln>
        </p:spPr>
        <p:txBody>
          <a:bodyPr wrap="square" lIns="91440" tIns="91440" rIns="91440" bIns="91440" anchor="t">
            <a:spAutoFit/>
          </a:bodyPr>
          <a:lstStyle/>
          <a:p>
            <a:pPr algn="just">
              <a:lnSpc>
                <a:spcPct val="150000"/>
              </a:lnSpc>
            </a:pPr>
            <a:r>
              <a:rPr lang="fr-FR" sz="1400" dirty="0">
                <a:solidFill>
                  <a:schemeClr val="dk1"/>
                </a:solidFill>
                <a:latin typeface="Anaheim"/>
                <a:ea typeface="Anaheim"/>
              </a:rPr>
              <a:t>L’application est composée de plusieurs classes qui travaillent ensemble :</a:t>
            </a:r>
          </a:p>
          <a:p>
            <a:pPr marL="285750" indent="-285750" algn="just">
              <a:lnSpc>
                <a:spcPct val="150000"/>
              </a:lnSpc>
              <a:buFont typeface="Wingdings" panose="05000000000000000000" pitchFamily="2" charset="2"/>
              <a:buChar char="v"/>
            </a:pPr>
            <a:r>
              <a:rPr lang="fr-FR" sz="1400" dirty="0">
                <a:solidFill>
                  <a:srgbClr val="00B050"/>
                </a:solidFill>
                <a:latin typeface="Anaheim"/>
                <a:ea typeface="Anaheim"/>
              </a:rPr>
              <a:t> </a:t>
            </a:r>
            <a:r>
              <a:rPr lang="fr-FR" sz="1400" dirty="0" err="1">
                <a:solidFill>
                  <a:srgbClr val="00B050"/>
                </a:solidFill>
                <a:latin typeface="Anaheim"/>
                <a:ea typeface="Anaheim"/>
              </a:rPr>
              <a:t>AppFoot</a:t>
            </a:r>
            <a:r>
              <a:rPr lang="fr-FR" sz="1400" dirty="0">
                <a:solidFill>
                  <a:srgbClr val="00B050"/>
                </a:solidFill>
                <a:latin typeface="Anaheim"/>
                <a:ea typeface="Anaheim"/>
              </a:rPr>
              <a:t> </a:t>
            </a:r>
            <a:r>
              <a:rPr lang="fr-FR" sz="1400" dirty="0">
                <a:solidFill>
                  <a:schemeClr val="accent1"/>
                </a:solidFill>
                <a:latin typeface="Anaheim"/>
                <a:ea typeface="Anaheim"/>
              </a:rPr>
              <a:t>La</a:t>
            </a:r>
            <a:r>
              <a:rPr lang="fr-FR" sz="1400" dirty="0">
                <a:solidFill>
                  <a:schemeClr val="dk1"/>
                </a:solidFill>
                <a:latin typeface="Anaheim"/>
                <a:ea typeface="Anaheim"/>
              </a:rPr>
              <a:t> fenêtre principale de l’application Contient le menu principal Gère l’affichage des différentes fenêtres.</a:t>
            </a:r>
          </a:p>
          <a:p>
            <a:pPr marL="285750" indent="-285750" algn="just">
              <a:lnSpc>
                <a:spcPct val="150000"/>
              </a:lnSpc>
              <a:buFont typeface="Wingdings" panose="05000000000000000000" pitchFamily="2" charset="2"/>
              <a:buChar char="v"/>
            </a:pPr>
            <a:r>
              <a:rPr lang="fr-FR" sz="1400" dirty="0" err="1">
                <a:solidFill>
                  <a:srgbClr val="00B050"/>
                </a:solidFill>
                <a:latin typeface="Anaheim"/>
                <a:ea typeface="Anaheim"/>
              </a:rPr>
              <a:t>TeamsPanel</a:t>
            </a:r>
            <a:r>
              <a:rPr lang="fr-FR" sz="1400" dirty="0">
                <a:solidFill>
                  <a:srgbClr val="00B050"/>
                </a:solidFill>
                <a:latin typeface="Anaheim"/>
                <a:ea typeface="Anaheim"/>
              </a:rPr>
              <a:t> </a:t>
            </a:r>
            <a:r>
              <a:rPr lang="fr-FR" sz="1400" dirty="0">
                <a:solidFill>
                  <a:schemeClr val="dk1"/>
                </a:solidFill>
                <a:latin typeface="Anaheim"/>
                <a:ea typeface="Anaheim"/>
              </a:rPr>
              <a:t>Permet la gestion des </a:t>
            </a:r>
            <a:r>
              <a:rPr lang="fr-FR" sz="1400" dirty="0" err="1">
                <a:solidFill>
                  <a:schemeClr val="dk1"/>
                </a:solidFill>
                <a:latin typeface="Anaheim"/>
                <a:ea typeface="Anaheim"/>
              </a:rPr>
              <a:t>équipesFonctions</a:t>
            </a:r>
            <a:r>
              <a:rPr lang="fr-FR" sz="1400" dirty="0">
                <a:solidFill>
                  <a:schemeClr val="dk1"/>
                </a:solidFill>
                <a:latin typeface="Anaheim"/>
                <a:ea typeface="Anaheim"/>
              </a:rPr>
              <a:t> : ajouter, modifier, supprimer, rechercher .</a:t>
            </a:r>
          </a:p>
          <a:p>
            <a:pPr marL="285750" indent="-285750" algn="just">
              <a:lnSpc>
                <a:spcPct val="150000"/>
              </a:lnSpc>
              <a:buFont typeface="Wingdings" panose="05000000000000000000" pitchFamily="2" charset="2"/>
              <a:buChar char="v"/>
            </a:pPr>
            <a:r>
              <a:rPr lang="fr-FR" sz="1400" dirty="0" err="1">
                <a:solidFill>
                  <a:srgbClr val="00B050"/>
                </a:solidFill>
                <a:latin typeface="Anaheim"/>
                <a:ea typeface="Anaheim"/>
              </a:rPr>
              <a:t>MatchesPanel</a:t>
            </a:r>
            <a:r>
              <a:rPr lang="fr-FR" sz="1400" dirty="0">
                <a:solidFill>
                  <a:schemeClr val="dk1"/>
                </a:solidFill>
                <a:latin typeface="Anaheim"/>
                <a:ea typeface="Anaheim"/>
              </a:rPr>
              <a:t> Permet la gestion des </a:t>
            </a:r>
            <a:r>
              <a:rPr lang="fr-FR" sz="1400" dirty="0" err="1">
                <a:solidFill>
                  <a:schemeClr val="dk1"/>
                </a:solidFill>
                <a:latin typeface="Anaheim"/>
                <a:ea typeface="Anaheim"/>
              </a:rPr>
              <a:t>matchsSélection</a:t>
            </a:r>
            <a:r>
              <a:rPr lang="fr-FR" sz="1400" dirty="0">
                <a:solidFill>
                  <a:schemeClr val="dk1"/>
                </a:solidFill>
                <a:latin typeface="Anaheim"/>
                <a:ea typeface="Anaheim"/>
              </a:rPr>
              <a:t> des </a:t>
            </a:r>
            <a:r>
              <a:rPr lang="fr-FR" sz="1400" dirty="0" err="1">
                <a:solidFill>
                  <a:schemeClr val="dk1"/>
                </a:solidFill>
                <a:latin typeface="Anaheim"/>
                <a:ea typeface="Anaheim"/>
              </a:rPr>
              <a:t>équipesSaisie</a:t>
            </a:r>
            <a:r>
              <a:rPr lang="fr-FR" sz="1400" dirty="0">
                <a:solidFill>
                  <a:schemeClr val="dk1"/>
                </a:solidFill>
                <a:latin typeface="Anaheim"/>
                <a:ea typeface="Anaheim"/>
              </a:rPr>
              <a:t> des scores</a:t>
            </a:r>
          </a:p>
          <a:p>
            <a:pPr marL="285750" indent="-285750" algn="just">
              <a:lnSpc>
                <a:spcPct val="150000"/>
              </a:lnSpc>
              <a:buFont typeface="Wingdings" panose="05000000000000000000" pitchFamily="2" charset="2"/>
              <a:buChar char="v"/>
            </a:pPr>
            <a:r>
              <a:rPr lang="fr-FR" sz="1400" dirty="0">
                <a:solidFill>
                  <a:srgbClr val="00B050"/>
                </a:solidFill>
                <a:latin typeface="Anaheim"/>
                <a:ea typeface="Anaheim"/>
              </a:rPr>
              <a:t> </a:t>
            </a:r>
            <a:r>
              <a:rPr lang="fr-FR" sz="1400" dirty="0" err="1">
                <a:solidFill>
                  <a:srgbClr val="00B050"/>
                </a:solidFill>
                <a:latin typeface="Anaheim"/>
                <a:ea typeface="Anaheim"/>
              </a:rPr>
              <a:t>TeamStatClasse</a:t>
            </a:r>
            <a:r>
              <a:rPr lang="fr-FR" sz="1400" dirty="0">
                <a:solidFill>
                  <a:srgbClr val="00B050"/>
                </a:solidFill>
                <a:latin typeface="Anaheim"/>
                <a:ea typeface="Anaheim"/>
              </a:rPr>
              <a:t> </a:t>
            </a:r>
            <a:r>
              <a:rPr lang="fr-FR" sz="1400" dirty="0">
                <a:solidFill>
                  <a:schemeClr val="dk1"/>
                </a:solidFill>
                <a:latin typeface="Anaheim"/>
                <a:ea typeface="Anaheim"/>
              </a:rPr>
              <a:t>utilisée pour calculer les </a:t>
            </a:r>
            <a:r>
              <a:rPr lang="fr-FR" sz="1400" dirty="0" err="1">
                <a:solidFill>
                  <a:schemeClr val="dk1"/>
                </a:solidFill>
                <a:latin typeface="Anaheim"/>
                <a:ea typeface="Anaheim"/>
              </a:rPr>
              <a:t>statistiquesPoints</a:t>
            </a:r>
            <a:r>
              <a:rPr lang="fr-FR" sz="1400" dirty="0">
                <a:solidFill>
                  <a:schemeClr val="dk1"/>
                </a:solidFill>
                <a:latin typeface="Anaheim"/>
                <a:ea typeface="Anaheim"/>
              </a:rPr>
              <a:t>, buts marqués , buts </a:t>
            </a:r>
            <a:r>
              <a:rPr lang="fr-FR" sz="1400" dirty="0" err="1">
                <a:solidFill>
                  <a:schemeClr val="dk1"/>
                </a:solidFill>
                <a:latin typeface="Anaheim"/>
                <a:ea typeface="Anaheim"/>
              </a:rPr>
              <a:t>encaissésCalcul</a:t>
            </a:r>
            <a:r>
              <a:rPr lang="fr-FR" sz="1400" dirty="0">
                <a:solidFill>
                  <a:schemeClr val="dk1"/>
                </a:solidFill>
                <a:latin typeface="Anaheim"/>
                <a:ea typeface="Anaheim"/>
              </a:rPr>
              <a:t> du classement.</a:t>
            </a:r>
            <a:endParaRPr lang="en-US" sz="1400" b="0" u="none" strike="noStrike" dirty="0">
              <a:solidFill>
                <a:schemeClr val="dk1"/>
              </a:solidFill>
              <a:effectLst/>
              <a:uFillTx/>
              <a:latin typeface="Anaheim"/>
              <a:ea typeface="Anaheim"/>
            </a:endParaRPr>
          </a:p>
        </p:txBody>
      </p:sp>
      <p:sp>
        <p:nvSpPr>
          <p:cNvPr id="77" name="PlaceHolder 2"/>
          <p:cNvSpPr>
            <a:spLocks noGrp="1"/>
          </p:cNvSpPr>
          <p:nvPr>
            <p:ph type="title"/>
          </p:nvPr>
        </p:nvSpPr>
        <p:spPr>
          <a:xfrm>
            <a:off x="89580" y="579120"/>
            <a:ext cx="3590640" cy="1245326"/>
          </a:xfrm>
          <a:prstGeom prst="rect">
            <a:avLst/>
          </a:prstGeom>
          <a:noFill/>
          <a:ln w="0">
            <a:noFill/>
          </a:ln>
        </p:spPr>
        <p:txBody>
          <a:bodyPr lIns="91440" tIns="91440" rIns="91440" bIns="91440" anchor="t">
            <a:normAutofit/>
          </a:bodyPr>
          <a:lstStyle/>
          <a:p>
            <a:pPr>
              <a:lnSpc>
                <a:spcPct val="70000"/>
              </a:lnSpc>
              <a:tabLst>
                <a:tab pos="0" algn="l"/>
              </a:tabLst>
            </a:pPr>
            <a:r>
              <a:rPr lang="en-US" sz="3100" dirty="0">
                <a:solidFill>
                  <a:schemeClr val="dk1"/>
                </a:solidFill>
                <a:latin typeface="Bricolage Grotesque Medium"/>
                <a:ea typeface="Bricolage Grotesque Medium"/>
              </a:rPr>
              <a:t>Architecture de </a:t>
            </a:r>
            <a:r>
              <a:rPr lang="en-US" sz="3100" dirty="0" err="1">
                <a:solidFill>
                  <a:schemeClr val="dk1"/>
                </a:solidFill>
                <a:latin typeface="Bricolage Grotesque Medium"/>
                <a:ea typeface="Bricolage Grotesque Medium"/>
              </a:rPr>
              <a:t>l’application</a:t>
            </a:r>
            <a:r>
              <a:rPr lang="en-US" sz="3100" dirty="0">
                <a:solidFill>
                  <a:schemeClr val="dk1"/>
                </a:solidFill>
                <a:latin typeface="Bricolage Grotesque Medium"/>
                <a:ea typeface="Bricolage Grotesque Medium"/>
              </a:rPr>
              <a:t> (Classes)</a:t>
            </a:r>
            <a:endParaRPr lang="fr-FR" sz="3100" b="0" u="none" strike="noStrike" dirty="0">
              <a:solidFill>
                <a:schemeClr val="dk1"/>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Google Shape;220;p31"/>
          <p:cNvSpPr/>
          <p:nvPr/>
        </p:nvSpPr>
        <p:spPr>
          <a:xfrm>
            <a:off x="7020000" y="-2876400"/>
            <a:ext cx="4762080" cy="4762080"/>
          </a:xfrm>
          <a:prstGeom prst="rect">
            <a:avLst/>
          </a:prstGeom>
          <a:noFill/>
          <a:ln w="0">
            <a:noFill/>
          </a:ln>
        </p:spPr>
        <p:style>
          <a:lnRef idx="0">
            <a:scrgbClr r="0" g="0" b="0"/>
          </a:lnRef>
          <a:fillRef idx="0">
            <a:scrgbClr r="0" g="0" b="0"/>
          </a:fillRef>
          <a:effectRef idx="0">
            <a:scrgbClr r="0" g="0" b="0"/>
          </a:effectRef>
          <a:fontRef idx="minor"/>
        </p:style>
        <p:txBody>
          <a:bodyPr lIns="870823080" tIns="2381040" rIns="870823080" bIns="2381040" anchor="t">
            <a:spAutoFit/>
          </a:bodyPr>
          <a:lstStyle/>
          <a:p>
            <a:pPr algn="ctr" defTabSz="914400">
              <a:lnSpc>
                <a:spcPct val="100000"/>
              </a:lnSpc>
              <a:tabLst>
                <a:tab pos="0" algn="l"/>
              </a:tabLst>
            </a:pPr>
            <a:endParaRPr lang="fr-FR" sz="1800" b="0" u="none" strike="noStrike">
              <a:solidFill>
                <a:schemeClr val="dk1"/>
              </a:solidFill>
              <a:effectLst/>
              <a:uFillTx/>
              <a:latin typeface="Arial"/>
            </a:endParaRPr>
          </a:p>
        </p:txBody>
      </p:sp>
      <p:pic>
        <p:nvPicPr>
          <p:cNvPr id="3" name="Image 2">
            <a:extLst>
              <a:ext uri="{FF2B5EF4-FFF2-40B4-BE49-F238E27FC236}">
                <a16:creationId xmlns:a16="http://schemas.microsoft.com/office/drawing/2014/main" id="{393A0535-6997-FE5C-D981-20315616E5CA}"/>
              </a:ext>
            </a:extLst>
          </p:cNvPr>
          <p:cNvPicPr>
            <a:picLocks noChangeAspect="1"/>
          </p:cNvPicPr>
          <p:nvPr/>
        </p:nvPicPr>
        <p:blipFill>
          <a:blip r:embed="rId2"/>
          <a:stretch>
            <a:fillRect/>
          </a:stretch>
        </p:blipFill>
        <p:spPr>
          <a:xfrm>
            <a:off x="297180" y="121920"/>
            <a:ext cx="8305800" cy="47620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86BA8698-59B2-D55C-4E76-F9E8945DD694}"/>
              </a:ext>
            </a:extLst>
          </p:cNvPr>
          <p:cNvPicPr>
            <a:picLocks noChangeAspect="1"/>
          </p:cNvPicPr>
          <p:nvPr/>
        </p:nvPicPr>
        <p:blipFill>
          <a:blip r:embed="rId2"/>
          <a:stretch>
            <a:fillRect/>
          </a:stretch>
        </p:blipFill>
        <p:spPr>
          <a:xfrm>
            <a:off x="104151" y="121920"/>
            <a:ext cx="3972549" cy="4953000"/>
          </a:xfrm>
          <a:prstGeom prst="rect">
            <a:avLst/>
          </a:prstGeom>
        </p:spPr>
      </p:pic>
      <p:sp>
        <p:nvSpPr>
          <p:cNvPr id="84" name="PlaceHolder 1"/>
          <p:cNvSpPr>
            <a:spLocks noGrp="1"/>
          </p:cNvSpPr>
          <p:nvPr>
            <p:ph type="body"/>
          </p:nvPr>
        </p:nvSpPr>
        <p:spPr>
          <a:xfrm>
            <a:off x="4695840" y="1752480"/>
            <a:ext cx="3847680" cy="1638000"/>
          </a:xfrm>
          <a:prstGeom prst="rect">
            <a:avLst/>
          </a:prstGeom>
          <a:noFill/>
          <a:ln w="0">
            <a:noFill/>
          </a:ln>
        </p:spPr>
        <p:txBody>
          <a:bodyPr lIns="91440" tIns="91440" rIns="91440" bIns="91440" anchor="t">
            <a:noAutofit/>
          </a:bodyPr>
          <a:lstStyle/>
          <a:p>
            <a:pPr>
              <a:lnSpc>
                <a:spcPct val="150000"/>
              </a:lnSpc>
              <a:tabLst>
                <a:tab pos="0" algn="l"/>
              </a:tabLst>
            </a:pPr>
            <a:r>
              <a:rPr lang="fr-FR" sz="1400" dirty="0">
                <a:solidFill>
                  <a:srgbClr val="FFFF00"/>
                </a:solidFill>
                <a:latin typeface="Anaheim"/>
                <a:ea typeface="Anaheim"/>
              </a:rPr>
              <a:t>Gérer les équipes </a:t>
            </a:r>
            <a:r>
              <a:rPr lang="fr-FR" sz="1400" dirty="0">
                <a:solidFill>
                  <a:schemeClr val="dk1"/>
                </a:solidFill>
                <a:latin typeface="Anaheim"/>
                <a:ea typeface="Anaheim"/>
              </a:rPr>
              <a:t>:</a:t>
            </a:r>
          </a:p>
          <a:p>
            <a:pPr>
              <a:lnSpc>
                <a:spcPct val="150000"/>
              </a:lnSpc>
              <a:tabLst>
                <a:tab pos="0" algn="l"/>
              </a:tabLst>
            </a:pPr>
            <a:r>
              <a:rPr lang="fr-FR" sz="1400" dirty="0">
                <a:solidFill>
                  <a:schemeClr val="dk1"/>
                </a:solidFill>
                <a:latin typeface="Anaheim"/>
                <a:ea typeface="Anaheim"/>
              </a:rPr>
              <a:t>L'enregistrement centralisé. Ce module permet d'ajouter, de modifier ou de supprimer les équipes participantes au tournoi. Il assure une base de données propre et prête pour l'étape de planification du calendrier.</a:t>
            </a:r>
            <a:endParaRPr lang="en-US" sz="1400" b="0" u="none" strike="noStrike" dirty="0">
              <a:solidFill>
                <a:srgbClr val="FFFFFF"/>
              </a:solidFill>
              <a:effectLst/>
              <a:uFillTx/>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EDD0B9-B860-F421-3618-B0B8CBF669FB}"/>
              </a:ext>
            </a:extLst>
          </p:cNvPr>
          <p:cNvSpPr>
            <a:spLocks noGrp="1"/>
          </p:cNvSpPr>
          <p:nvPr>
            <p:ph type="title"/>
          </p:nvPr>
        </p:nvSpPr>
        <p:spPr>
          <a:xfrm>
            <a:off x="5318760" y="1793520"/>
            <a:ext cx="2541120" cy="2427960"/>
          </a:xfrm>
        </p:spPr>
        <p:txBody>
          <a:bodyPr/>
          <a:lstStyle/>
          <a:p>
            <a:r>
              <a:rPr lang="fr-FR" sz="1600" dirty="0">
                <a:solidFill>
                  <a:srgbClr val="FFFF00"/>
                </a:solidFill>
              </a:rPr>
              <a:t>Gérer les matchs </a:t>
            </a:r>
            <a:r>
              <a:rPr lang="fr-FR" sz="1600" dirty="0"/>
              <a:t>:</a:t>
            </a:r>
            <a:br>
              <a:rPr lang="fr-FR" sz="1600" dirty="0"/>
            </a:br>
            <a:r>
              <a:rPr lang="fr-FR" sz="1600" dirty="0"/>
              <a:t>Planification et suivi des scores. Utilisez cette section pour générer le calendrier des rencontres (dates et heures) et pour saisir les résultats officiels des matchs joués. C'est le moteur de la progression du tournoi</a:t>
            </a:r>
            <a:r>
              <a:rPr lang="fr-FR" sz="1400" dirty="0"/>
              <a:t>.</a:t>
            </a:r>
            <a:endParaRPr lang="fr-MA" sz="1400" dirty="0"/>
          </a:p>
        </p:txBody>
      </p:sp>
      <p:pic>
        <p:nvPicPr>
          <p:cNvPr id="4" name="Image 3">
            <a:extLst>
              <a:ext uri="{FF2B5EF4-FFF2-40B4-BE49-F238E27FC236}">
                <a16:creationId xmlns:a16="http://schemas.microsoft.com/office/drawing/2014/main" id="{0D01D9D2-5B47-C996-6D25-6F8FF44B8CFF}"/>
              </a:ext>
            </a:extLst>
          </p:cNvPr>
          <p:cNvPicPr>
            <a:picLocks noChangeAspect="1"/>
          </p:cNvPicPr>
          <p:nvPr/>
        </p:nvPicPr>
        <p:blipFill>
          <a:blip r:embed="rId2"/>
          <a:stretch>
            <a:fillRect/>
          </a:stretch>
        </p:blipFill>
        <p:spPr>
          <a:xfrm>
            <a:off x="68580" y="76200"/>
            <a:ext cx="4114800" cy="5006340"/>
          </a:xfrm>
          <a:prstGeom prst="rect">
            <a:avLst/>
          </a:prstGeom>
        </p:spPr>
      </p:pic>
    </p:spTree>
    <p:extLst>
      <p:ext uri="{BB962C8B-B14F-4D97-AF65-F5344CB8AC3E}">
        <p14:creationId xmlns:p14="http://schemas.microsoft.com/office/powerpoint/2010/main" val="2854144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E37BB8-B722-8BF2-5EB7-E1060567AA7A}"/>
              </a:ext>
            </a:extLst>
          </p:cNvPr>
          <p:cNvSpPr>
            <a:spLocks noGrp="1"/>
          </p:cNvSpPr>
          <p:nvPr>
            <p:ph type="title"/>
          </p:nvPr>
        </p:nvSpPr>
        <p:spPr>
          <a:xfrm>
            <a:off x="4297680" y="1615440"/>
            <a:ext cx="4792980" cy="2148840"/>
          </a:xfrm>
        </p:spPr>
        <p:txBody>
          <a:bodyPr/>
          <a:lstStyle/>
          <a:p>
            <a:r>
              <a:rPr lang="fr-FR" sz="1600" dirty="0">
                <a:solidFill>
                  <a:srgbClr val="FFFF00"/>
                </a:solidFill>
              </a:rPr>
              <a:t> Afficher les matchs :</a:t>
            </a:r>
            <a:br>
              <a:rPr lang="fr-FR" sz="1600" dirty="0"/>
            </a:br>
            <a:r>
              <a:rPr lang="fr-FR" sz="1600" dirty="0"/>
              <a:t>Calendrier et historique instantané. Consultez l'ensemble du programme du tournoi, y compris les matchs à venir et les résultats finalisés. Une vue claire et accessible pour tous les participants.</a:t>
            </a:r>
            <a:endParaRPr lang="fr-MA" sz="1600" dirty="0"/>
          </a:p>
        </p:txBody>
      </p:sp>
      <p:pic>
        <p:nvPicPr>
          <p:cNvPr id="4" name="Image 3">
            <a:extLst>
              <a:ext uri="{FF2B5EF4-FFF2-40B4-BE49-F238E27FC236}">
                <a16:creationId xmlns:a16="http://schemas.microsoft.com/office/drawing/2014/main" id="{CEAE3C5C-5C61-BFF8-CD5E-8F137E5DF5A9}"/>
              </a:ext>
            </a:extLst>
          </p:cNvPr>
          <p:cNvPicPr>
            <a:picLocks noChangeAspect="1"/>
          </p:cNvPicPr>
          <p:nvPr/>
        </p:nvPicPr>
        <p:blipFill>
          <a:blip r:embed="rId2"/>
          <a:stretch>
            <a:fillRect/>
          </a:stretch>
        </p:blipFill>
        <p:spPr>
          <a:xfrm>
            <a:off x="53340" y="91440"/>
            <a:ext cx="4137660" cy="4960620"/>
          </a:xfrm>
          <a:prstGeom prst="rect">
            <a:avLst/>
          </a:prstGeom>
        </p:spPr>
      </p:pic>
    </p:spTree>
    <p:extLst>
      <p:ext uri="{BB962C8B-B14F-4D97-AF65-F5344CB8AC3E}">
        <p14:creationId xmlns:p14="http://schemas.microsoft.com/office/powerpoint/2010/main" val="22013656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73F9C5-5A51-4F4F-2E45-5D1FD8B4E6D4}"/>
              </a:ext>
            </a:extLst>
          </p:cNvPr>
          <p:cNvSpPr>
            <a:spLocks noGrp="1"/>
          </p:cNvSpPr>
          <p:nvPr>
            <p:ph type="title"/>
          </p:nvPr>
        </p:nvSpPr>
        <p:spPr>
          <a:xfrm>
            <a:off x="4572000" y="1945920"/>
            <a:ext cx="4290060" cy="1044720"/>
          </a:xfrm>
        </p:spPr>
        <p:txBody>
          <a:bodyPr/>
          <a:lstStyle/>
          <a:p>
            <a:r>
              <a:rPr lang="fr-FR" sz="1600" dirty="0">
                <a:solidFill>
                  <a:srgbClr val="FFFF00"/>
                </a:solidFill>
              </a:rPr>
              <a:t>Classement</a:t>
            </a:r>
            <a:br>
              <a:rPr lang="fr-FR" sz="1600" dirty="0"/>
            </a:br>
            <a:r>
              <a:rPr lang="fr-FR" sz="1600" dirty="0"/>
              <a:t>Calcul des points en temps réel. Ce module génère automatiquement le classement général des équipes. Il affiche le tableau des points, victoires, défaites, et les statistiques de buts pour déterminer les meilleurs de la compétition.</a:t>
            </a:r>
            <a:endParaRPr lang="fr-MA" sz="1600" dirty="0"/>
          </a:p>
        </p:txBody>
      </p:sp>
      <p:pic>
        <p:nvPicPr>
          <p:cNvPr id="4" name="Image 3">
            <a:extLst>
              <a:ext uri="{FF2B5EF4-FFF2-40B4-BE49-F238E27FC236}">
                <a16:creationId xmlns:a16="http://schemas.microsoft.com/office/drawing/2014/main" id="{445AA32D-15B6-57E4-27A5-0DDF45A52EA8}"/>
              </a:ext>
            </a:extLst>
          </p:cNvPr>
          <p:cNvPicPr>
            <a:picLocks noChangeAspect="1"/>
          </p:cNvPicPr>
          <p:nvPr/>
        </p:nvPicPr>
        <p:blipFill>
          <a:blip r:embed="rId2"/>
          <a:stretch>
            <a:fillRect/>
          </a:stretch>
        </p:blipFill>
        <p:spPr>
          <a:xfrm>
            <a:off x="91440" y="91440"/>
            <a:ext cx="4236720" cy="4975859"/>
          </a:xfrm>
          <a:prstGeom prst="rect">
            <a:avLst/>
          </a:prstGeom>
        </p:spPr>
      </p:pic>
    </p:spTree>
    <p:extLst>
      <p:ext uri="{BB962C8B-B14F-4D97-AF65-F5344CB8AC3E}">
        <p14:creationId xmlns:p14="http://schemas.microsoft.com/office/powerpoint/2010/main" val="2149670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Google Shape;220;p31"/>
          <p:cNvSpPr/>
          <p:nvPr/>
        </p:nvSpPr>
        <p:spPr>
          <a:xfrm>
            <a:off x="7020000" y="-2876400"/>
            <a:ext cx="4762080" cy="4762080"/>
          </a:xfrm>
          <a:prstGeom prst="rect">
            <a:avLst/>
          </a:prstGeom>
          <a:noFill/>
          <a:ln w="0">
            <a:noFill/>
          </a:ln>
        </p:spPr>
        <p:style>
          <a:lnRef idx="0">
            <a:scrgbClr r="0" g="0" b="0"/>
          </a:lnRef>
          <a:fillRef idx="0">
            <a:scrgbClr r="0" g="0" b="0"/>
          </a:fillRef>
          <a:effectRef idx="0">
            <a:scrgbClr r="0" g="0" b="0"/>
          </a:effectRef>
          <a:fontRef idx="minor"/>
        </p:style>
        <p:txBody>
          <a:bodyPr lIns="870823080" tIns="2381040" rIns="870823080" bIns="2381040" anchor="t">
            <a:spAutoFit/>
          </a:bodyPr>
          <a:lstStyle/>
          <a:p>
            <a:pPr algn="ctr" defTabSz="914400">
              <a:lnSpc>
                <a:spcPct val="100000"/>
              </a:lnSpc>
              <a:tabLst>
                <a:tab pos="0" algn="l"/>
              </a:tabLst>
            </a:pPr>
            <a:endParaRPr lang="fr-FR" sz="1800" b="0" u="none" strike="noStrike">
              <a:solidFill>
                <a:schemeClr val="dk1"/>
              </a:solidFill>
              <a:effectLst/>
              <a:uFillTx/>
              <a:latin typeface="Arial"/>
            </a:endParaRPr>
          </a:p>
        </p:txBody>
      </p:sp>
      <p:sp>
        <p:nvSpPr>
          <p:cNvPr id="88" name="PlaceHolder 2"/>
          <p:cNvSpPr>
            <a:spLocks noGrp="1"/>
          </p:cNvSpPr>
          <p:nvPr>
            <p:ph type="body"/>
          </p:nvPr>
        </p:nvSpPr>
        <p:spPr>
          <a:xfrm>
            <a:off x="4619520" y="3209760"/>
            <a:ext cx="4295520" cy="1676160"/>
          </a:xfrm>
          <a:prstGeom prst="rect">
            <a:avLst/>
          </a:prstGeom>
          <a:noFill/>
          <a:ln w="0">
            <a:noFill/>
          </a:ln>
        </p:spPr>
        <p:txBody>
          <a:bodyPr lIns="91440" tIns="91440" rIns="91440" bIns="91440" anchor="t">
            <a:normAutofit lnSpcReduction="9999"/>
          </a:bodyPr>
          <a:lstStyle/>
          <a:p>
            <a:pPr>
              <a:lnSpc>
                <a:spcPct val="150000"/>
              </a:lnSpc>
              <a:tabLst>
                <a:tab pos="0" algn="l"/>
              </a:tabLst>
            </a:pPr>
            <a:r>
              <a:rPr lang="fr-FR" sz="1200" dirty="0">
                <a:solidFill>
                  <a:schemeClr val="dk1"/>
                </a:solidFill>
                <a:latin typeface="Anaheim"/>
                <a:ea typeface="Anaheim"/>
              </a:rPr>
              <a:t>Ce projet m’a permis d’améliorer mes compétences en Java et en création d’interfaces graphiques. J’ai appris à gérer les événements, à manipuler des tableaux et à organiser mon code de manière claire. L’application constitue une base solide pour des améliorations futures, comme l’ajout d’une base de données ou une version web</a:t>
            </a:r>
            <a:endParaRPr lang="en-US" sz="1200" b="0" u="none" strike="noStrike" dirty="0">
              <a:solidFill>
                <a:srgbClr val="FFFFFF"/>
              </a:solidFill>
              <a:effectLst/>
              <a:uFillTx/>
              <a:latin typeface="OpenSymbol"/>
            </a:endParaRPr>
          </a:p>
        </p:txBody>
      </p:sp>
      <p:sp>
        <p:nvSpPr>
          <p:cNvPr id="87" name="PlaceHolder 1"/>
          <p:cNvSpPr>
            <a:spLocks noGrp="1"/>
          </p:cNvSpPr>
          <p:nvPr>
            <p:ph type="title"/>
          </p:nvPr>
        </p:nvSpPr>
        <p:spPr>
          <a:xfrm>
            <a:off x="4629240" y="228600"/>
            <a:ext cx="3904920" cy="76176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2600" b="0" u="none" strike="noStrike">
                <a:solidFill>
                  <a:schemeClr val="dk1"/>
                </a:solidFill>
                <a:effectLst/>
                <a:uFillTx/>
                <a:latin typeface="Bricolage Grotesque Medium"/>
                <a:ea typeface="Bricolage Grotesque Medium"/>
              </a:rPr>
              <a:t>Conclusions</a:t>
            </a:r>
            <a:endParaRPr lang="fr-FR" sz="2600" b="0" u="none" strike="noStrike">
              <a:solidFill>
                <a:schemeClr val="dk1"/>
              </a:solidFill>
              <a:effectLst/>
              <a:uFillTx/>
              <a:latin typeface="Arial"/>
            </a:endParaRPr>
          </a:p>
        </p:txBody>
      </p:sp>
      <p:pic>
        <p:nvPicPr>
          <p:cNvPr id="89" name="Google Shape;223;p31"/>
          <p:cNvPicPr/>
          <p:nvPr/>
        </p:nvPicPr>
        <p:blipFill>
          <a:blip r:embed="rId2"/>
          <a:srcRect t="3418" b="3428"/>
          <a:stretch/>
        </p:blipFill>
        <p:spPr>
          <a:xfrm>
            <a:off x="0" y="0"/>
            <a:ext cx="4294440" cy="5143320"/>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ceHolder 1">
            <a:extLst>
              <a:ext uri="{FF2B5EF4-FFF2-40B4-BE49-F238E27FC236}">
                <a16:creationId xmlns:a16="http://schemas.microsoft.com/office/drawing/2014/main" id="{FD73BCC9-DC4D-387E-5869-74BBC3DFC9B6}"/>
              </a:ext>
            </a:extLst>
          </p:cNvPr>
          <p:cNvSpPr>
            <a:spLocks noGrp="1"/>
          </p:cNvSpPr>
          <p:nvPr>
            <p:ph type="title"/>
          </p:nvPr>
        </p:nvSpPr>
        <p:spPr>
          <a:xfrm>
            <a:off x="5349240" y="1176125"/>
            <a:ext cx="3485760" cy="2431435"/>
          </a:xfrm>
          <a:prstGeom prst="rect">
            <a:avLst/>
          </a:prstGeom>
          <a:noFill/>
          <a:ln w="0">
            <a:noFill/>
          </a:ln>
        </p:spPr>
        <p:txBody>
          <a:bodyPr wrap="square" lIns="91440" tIns="91440" rIns="91440" bIns="91440" anchor="b">
            <a:spAutoFit/>
          </a:bodyPr>
          <a:lstStyle/>
          <a:p>
            <a:pPr indent="0" algn="r">
              <a:lnSpc>
                <a:spcPct val="100000"/>
              </a:lnSpc>
              <a:buNone/>
              <a:tabLst>
                <a:tab pos="0" algn="l"/>
              </a:tabLst>
            </a:pPr>
            <a:r>
              <a:rPr lang="en" sz="7300" b="0" u="none" strike="noStrike" dirty="0">
                <a:solidFill>
                  <a:schemeClr val="dk1"/>
                </a:solidFill>
                <a:effectLst/>
                <a:uFillTx/>
                <a:latin typeface="Bricolage Grotesque Medium"/>
                <a:ea typeface="Bricolage Grotesque Medium"/>
              </a:rPr>
              <a:t>THANK </a:t>
            </a:r>
            <a:r>
              <a:rPr lang="en" sz="7300" b="1" u="none" strike="noStrike" dirty="0">
                <a:solidFill>
                  <a:schemeClr val="dk1"/>
                </a:solidFill>
                <a:effectLst/>
                <a:uFillTx/>
                <a:latin typeface="Bricolage Grotesque Medium"/>
                <a:ea typeface="Bricolage Grotesque Medium"/>
              </a:rPr>
              <a:t>YOU</a:t>
            </a:r>
            <a:endParaRPr lang="fr-FR" sz="7300" b="0" u="none" strike="noStrike" dirty="0">
              <a:solidFill>
                <a:schemeClr val="dk1"/>
              </a:solidFill>
              <a:effectLst/>
              <a:uFillTx/>
              <a:latin typeface="Arial"/>
            </a:endParaRPr>
          </a:p>
        </p:txBody>
      </p:sp>
    </p:spTree>
    <p:extLst>
      <p:ext uri="{BB962C8B-B14F-4D97-AF65-F5344CB8AC3E}">
        <p14:creationId xmlns:p14="http://schemas.microsoft.com/office/powerpoint/2010/main" val="4169610030"/>
      </p:ext>
    </p:extLst>
  </p:cSld>
  <p:clrMapOvr>
    <a:masterClrMapping/>
  </p:clrMapOvr>
</p:sld>
</file>

<file path=ppt/theme/theme1.xml><?xml version="1.0" encoding="utf-8"?>
<a:theme xmlns:a="http://schemas.openxmlformats.org/drawingml/2006/main" name="Mind Maps Workshop by Slidesgo">
  <a:themeElements>
    <a:clrScheme name="Simple Light">
      <a:dk1>
        <a:srgbClr val="FFF5EF"/>
      </a:dk1>
      <a:lt1>
        <a:srgbClr val="132933"/>
      </a:lt1>
      <a:dk2>
        <a:srgbClr val="FFF5EF"/>
      </a:dk2>
      <a:lt2>
        <a:srgbClr val="FFF5EF"/>
      </a:lt2>
      <a:accent1>
        <a:srgbClr val="FFFFFF"/>
      </a:accent1>
      <a:accent2>
        <a:srgbClr val="FFFFFF"/>
      </a:accent2>
      <a:accent3>
        <a:srgbClr val="FFFFFF"/>
      </a:accent3>
      <a:accent4>
        <a:srgbClr val="FFFFFF"/>
      </a:accent4>
      <a:accent5>
        <a:srgbClr val="FFFFFF"/>
      </a:accent5>
      <a:accent6>
        <a:srgbClr val="FFFFFF"/>
      </a:accent6>
      <a:hlink>
        <a:srgbClr val="FFF5E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144</TotalTime>
  <Words>500</Words>
  <Application>Microsoft Office PowerPoint</Application>
  <PresentationFormat>Affichage à l'écran (16:9)</PresentationFormat>
  <Paragraphs>46</Paragraphs>
  <Slides>14</Slides>
  <Notes>0</Notes>
  <HiddenSlides>0</HiddenSlides>
  <MMClips>0</MMClips>
  <ScaleCrop>false</ScaleCrop>
  <HeadingPairs>
    <vt:vector size="6" baseType="variant">
      <vt:variant>
        <vt:lpstr>Polices utilisées</vt:lpstr>
      </vt:variant>
      <vt:variant>
        <vt:i4>7</vt:i4>
      </vt:variant>
      <vt:variant>
        <vt:lpstr>Thème</vt:lpstr>
      </vt:variant>
      <vt:variant>
        <vt:i4>2</vt:i4>
      </vt:variant>
      <vt:variant>
        <vt:lpstr>Titres des diapositives</vt:lpstr>
      </vt:variant>
      <vt:variant>
        <vt:i4>14</vt:i4>
      </vt:variant>
    </vt:vector>
  </HeadingPairs>
  <TitlesOfParts>
    <vt:vector size="23" baseType="lpstr">
      <vt:lpstr>Anaheim</vt:lpstr>
      <vt:lpstr>Arial</vt:lpstr>
      <vt:lpstr>Bricolage Grotesque</vt:lpstr>
      <vt:lpstr>Bricolage Grotesque Medium</vt:lpstr>
      <vt:lpstr>OpenSymbol</vt:lpstr>
      <vt:lpstr>Symbol</vt:lpstr>
      <vt:lpstr>Wingdings</vt:lpstr>
      <vt:lpstr>Mind Maps Workshop by Slidesgo</vt:lpstr>
      <vt:lpstr>Slidesgo Final Pages</vt:lpstr>
      <vt:lpstr>Développement web d’une application Java</vt:lpstr>
      <vt:lpstr>Introduction</vt:lpstr>
      <vt:lpstr>Problématiques</vt:lpstr>
      <vt:lpstr>Objectifs du projet</vt:lpstr>
      <vt:lpstr>Fonctionnalités principales</vt:lpstr>
      <vt:lpstr>Technologies utilisées</vt:lpstr>
      <vt:lpstr>Architecture de l’application (Classes)</vt:lpstr>
      <vt:lpstr>Présentation PowerPoint</vt:lpstr>
      <vt:lpstr>Présentation PowerPoint</vt:lpstr>
      <vt:lpstr>Gérer les matchs : Planification et suivi des scores. Utilisez cette section pour générer le calendrier des rencontres (dates et heures) et pour saisir les résultats officiels des matchs joués. C'est le moteur de la progression du tournoi.</vt:lpstr>
      <vt:lpstr> Afficher les matchs : Calendrier et historique instantané. Consultez l'ensemble du programme du tournoi, y compris les matchs à venir et les résultats finalisés. Une vue claire et accessible pour tous les participants.</vt:lpstr>
      <vt:lpstr>Classement Calcul des points en temps réel. Ce module génère automatiquement le classement général des équipes. Il affiche le tableau des points, victoires, défaites, et les statistiques de buts pour déterminer les meilleurs de la compétition.</vt:lpstr>
      <vt:lpstr>Conclusions</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Développement web d’une application Java</dc:title>
  <dc:creator>Admin</dc:creator>
  <cp:lastModifiedBy>Admin</cp:lastModifiedBy>
  <cp:revision>8</cp:revision>
  <dcterms:modified xsi:type="dcterms:W3CDTF">2026-03-11T10:35:19Z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2025-12-10T12:36:58Z</dcterms:created>
  <dc:creator>Unknown Creator</dc:creator>
  <dc:description/>
  <dc:language>en-US</dc:language>
  <cp:lastModifiedBy>Unknown Creator</cp:lastModifiedBy>
  <dcterms:modified xsi:type="dcterms:W3CDTF">2025-12-10T12:36:58Z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